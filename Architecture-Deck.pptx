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31520"/>
            <a:ext cx="36576" cy="2926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Architecture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Token Economy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+ ExplodeView — Open Modular Kernel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design, analyze, and manufacture — secured by tokens.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034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2026  |  v296  |  Open Architecture  |  $CYCLE Token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THREE-LAYER OPEN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Interface  →  Agent Layer  →  CAD Kernel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6012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40280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viewer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86200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5196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API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32120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788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 /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78040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4380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43800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tag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2240280"/>
            <a:ext cx="8412480" cy="105156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240280"/>
            <a:ext cx="54864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with authorization, scoped access, and token billing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633472"/>
            <a:ext cx="1463040" cy="548640"/>
          </a:xfrm>
          <a:prstGeom prst="rect">
            <a:avLst/>
          </a:prstGeom>
          <a:solidFill>
            <a:srgbClr val="0D15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Agent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Text-to-CAD, NL editing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40280" y="2633472"/>
            <a:ext cx="1463040" cy="548640"/>
          </a:xfrm>
          <a:prstGeom prst="rect">
            <a:avLst/>
          </a:prstGeom>
          <a:solidFill>
            <a:srgbClr val="0D15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 Agent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DFM, cost, thermal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86200" y="2633472"/>
            <a:ext cx="1463040" cy="548640"/>
          </a:xfrm>
          <a:prstGeom prst="rect">
            <a:avLst/>
          </a:prstGeom>
          <a:solidFill>
            <a:srgbClr val="0D1528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Builder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192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plug-ins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32120" y="2633472"/>
            <a:ext cx="1463040" cy="548640"/>
          </a:xfrm>
          <a:prstGeom prst="rect">
            <a:avLst/>
          </a:prstGeom>
          <a:solidFill>
            <a:srgbClr val="0D15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Agent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78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service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78040" y="2633472"/>
            <a:ext cx="1463040" cy="548640"/>
          </a:xfrm>
          <a:prstGeom prst="rect">
            <a:avLst/>
          </a:prstGeom>
          <a:solidFill>
            <a:srgbClr val="0D1528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2651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Swarm / Multi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2376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design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97680" y="3291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▼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3520440"/>
            <a:ext cx="8412480" cy="123444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3520440"/>
            <a:ext cx="54864" cy="1234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 KERNEL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3774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(cycleCAD + ExplodeView)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4360" y="3931920"/>
            <a:ext cx="1463040" cy="640080"/>
          </a:xfrm>
          <a:prstGeom prst="rect">
            <a:avLst/>
          </a:prstGeom>
          <a:solidFill>
            <a:srgbClr val="080E1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cycleCAD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" y="4178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modules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18.8K lines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40280" y="3931920"/>
            <a:ext cx="1463040" cy="640080"/>
          </a:xfrm>
          <a:prstGeom prst="rect">
            <a:avLst/>
          </a:prstGeom>
          <a:solidFill>
            <a:srgbClr val="080E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ExplodeView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86000" y="4178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20.9K lines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86200" y="3931920"/>
            <a:ext cx="1463040" cy="640080"/>
          </a:xfrm>
          <a:prstGeom prst="rect">
            <a:avLst/>
          </a:prstGeom>
          <a:solidFill>
            <a:srgbClr val="080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Server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931920" y="4178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OpenCASCADE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532120" y="3931920"/>
            <a:ext cx="1463040" cy="640080"/>
          </a:xfrm>
          <a:prstGeom prst="rect">
            <a:avLst/>
          </a:prstGeom>
          <a:solidFill>
            <a:srgbClr val="080E1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Bus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77840" y="4178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API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Hot-swap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178040" y="3931920"/>
            <a:ext cx="1463040" cy="640080"/>
          </a:xfrm>
          <a:prstGeom prst="rect">
            <a:avLst/>
          </a:prstGeom>
          <a:solidFill>
            <a:srgbClr val="080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2376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Engine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223760" y="4178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$CYCLE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 KERNEL — THE CORE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modular, zero-dependency. New modules plug in via the Module Bus.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566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cycleCAD — Parametric Modeler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ES modules  •  18,800+ lines  •  Zero deps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7276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viewport.js (751L)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572768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57276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sketch.js (899L)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1929384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29384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operations.js (1078L)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68880" y="1929384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929384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constraint-solver.js (1047L)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" y="2286000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28600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advanced-ops.js (763L)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68880" y="2286000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28600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assembly.js (1103L)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2642616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642616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agent-api.js (1180L)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68880" y="2642616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642616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ai-chat.js (992L)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2999232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99923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inventor-parser.js (1138L)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68880" y="2999232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99923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export.js (658L)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" y="3355848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35584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dxf-export.js (1174L)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68880" y="3355848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35584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viewer-mode.js (580L)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005840"/>
            <a:ext cx="54864" cy="3566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ExplodeView — 3D Viewer Engine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1298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Monolith app.js  •  20,912 lines  •  63+ features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1572768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157276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tree + explode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0" y="1572768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157276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Part ID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83480" y="1929384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1929384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cut (X/Y/Z)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58000" y="1929384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1929384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AI scan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83480" y="2286000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228600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heatmap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0" y="2286000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28600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analysis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83480" y="2642616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2642616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 wizard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58000" y="2642616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2642616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checker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983480" y="2999232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4920" y="299923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BOM + costing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858000" y="2999232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0" y="299923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export (STL/OBJ/GLB)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983480" y="3355848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4920" y="335584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import pipeline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58000" y="3355848"/>
            <a:ext cx="1783080" cy="30175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335584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converter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D1528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BUS:  Plug-in API  •  Hot-swap modules  •  Agent-programmable  •  Scoped permissions  •  Token-metered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LAYER — AI AGENTS INTERACT WITH THE KERNEL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the CAD Kernel via JSON-RPC. Every call is authorized, scoped, and token-billed.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621792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6217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69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Design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Text-to-CAD: "make cylinder 50mm dia, add hole"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453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shape.create, feature.fillet, export.stl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4023360" cy="621792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64792"/>
            <a:ext cx="54864" cy="6217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 Analysis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993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check, cost estimate, thermal sim, clearance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1671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validate.dfm, analyze.thermal, check.clearance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4023360" cy="621792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78024"/>
            <a:ext cx="54864" cy="62179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96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🧩 Module Builder 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7066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new plug-in modules on demand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8803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module.create, module.register, module.test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191256"/>
            <a:ext cx="4023360" cy="621792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91256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095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Field Tech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419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workflow, service reports, feedback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5935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service.inspect, feedback.submit, report.export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3904488"/>
            <a:ext cx="4023360" cy="621792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04488"/>
            <a:ext cx="54864" cy="6217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9227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🐝 Multi-Agent Swarm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133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design: agents negotiate geometry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3068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swarm.propose, swarm.vote, swarm.merge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54880" y="1051560"/>
            <a:ext cx="4023360" cy="38404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→ KERNEL FLOW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146304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5440680" y="1463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sends JSON-RPC call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16459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method: 'shape.create', params: {...} }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18105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210312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440680" y="21031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Gateway validates token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40680" y="22860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 scope, balance, rate limit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74920" y="24505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0" y="274320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5440680" y="27432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Bus routes to handler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40680" y="29260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 namespace → kernel module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74920" y="30906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0" y="338328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5440680" y="33832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Kernel executes operation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40680" y="3566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Three.js geometry / OpenCASCADE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74920" y="37307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0" y="40233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5440680" y="40233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 + token debit returned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40680" y="42062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result: mesh, tokensUsed: 5 }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— OPEN ARCHITECTURE, PROTECTED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open. Your CAD models are not. Every access is scoped, audited, and token-gated.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8288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828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(Public)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Platform source code (MIT license)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Module API specification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SDK + JSON-RPC schema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185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Module marketplace listings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41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smart contract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023360" cy="18288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PROTECTED (Private)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User CAD models (encrypted at rest)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673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Assembly structures + BOM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1929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AI-identified part metadata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185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Agent conversation history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441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Custom module source code (opt-in)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AUTHORIZATION STACK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8412480" cy="347472"/>
          </a:xfrm>
          <a:prstGeom prst="rect">
            <a:avLst/>
          </a:prstGeom>
          <a:solidFill>
            <a:srgbClr val="111D33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29000"/>
            <a:ext cx="54864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Gate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4290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costs tokens. No balance = no access.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22192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 Permissions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0" y="38221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get read-only, write, or admin scopes per model.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15384"/>
            <a:ext cx="8412480" cy="347472"/>
          </a:xfrm>
          <a:prstGeom prst="rect">
            <a:avLst/>
          </a:prstGeom>
          <a:solidFill>
            <a:srgbClr val="111D33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215384"/>
            <a:ext cx="54864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215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Vault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42153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files encrypted with user key. Zero-knowledge storage.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608576"/>
            <a:ext cx="8412480" cy="347472"/>
          </a:xfrm>
          <a:prstGeom prst="rect">
            <a:avLst/>
          </a:prstGeom>
          <a:solidFill>
            <a:srgbClr val="0D152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608576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608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4608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logged: who, what, when, tokens spent.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$CYCLE TOKEN — ARCHITECTURE &amp;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powers everything: compute, storage, AI calls, module usage, and model sharing.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292608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88720"/>
            <a:ext cx="54864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32588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554480" y="1298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→ $CYCLE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 = 100 tokens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188720"/>
            <a:ext cx="292608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0" y="118872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0680" y="13258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943600" y="1298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calls, AI,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modules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2926080"/>
            <a:ext cx="292608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292608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0680" y="30632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43600" y="3035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models,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2926080"/>
            <a:ext cx="292608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292608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30632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554480" y="3035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CIRCULATE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Payouts, tips,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00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</a:rPr>
              <a:t>↓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84048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</a:rPr>
              <a:t>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103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AA"/>
                </a:solidFill>
              </a:rPr>
              <a:t>↑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3840480" y="2194560"/>
            <a:ext cx="1463040" cy="9144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84048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$CYCLE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404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111D33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€1 = 100 tokens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payout: €10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call: 5-50 tokens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share: +500 tokens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CONSUMPTION — WHAT COSTS WHAT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action has a transparent token cost. Heavy compute = more tokens.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 Operations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3749040" cy="292608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shape (extrude, revolve)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0" y="1371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3749040" cy="292608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09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operation (union/cut)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7099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048256"/>
            <a:ext cx="3749040" cy="292608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/ chamfer / pattern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0482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386584"/>
            <a:ext cx="3749040" cy="292608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3865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constraint solve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3865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tk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Analysis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371600"/>
            <a:ext cx="3749040" cy="292608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Part ID (per part)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1371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tk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709928"/>
            <a:ext cx="3749040" cy="292608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709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scan (per 100 parts)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17099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tk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2048256"/>
            <a:ext cx="3749040" cy="292608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048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chat query (per message)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20482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2386584"/>
            <a:ext cx="3749040" cy="292608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3865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/ thermal / clearance check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0" y="23865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tk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2971800"/>
            <a:ext cx="4023360" cy="18288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297180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 / Export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337560"/>
            <a:ext cx="3749040" cy="292608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337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→ GLB conversion (server)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3337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tk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3675888"/>
            <a:ext cx="3749040" cy="292608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3675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/ OBJ / GLTF export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0" y="36758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4014216"/>
            <a:ext cx="3749040" cy="292608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40142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export (CSV)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40142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4352544"/>
            <a:ext cx="3749040" cy="292608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352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 report (HTML)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74720" y="43525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tk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297180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&amp; Storage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92040" y="3337560"/>
            <a:ext cx="3749040" cy="292608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3337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storage (per GB/month)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63840" y="3337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tk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92040" y="3675888"/>
            <a:ext cx="3749040" cy="292608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57" name="Text 55"/>
          <p:cNvSpPr/>
          <p:nvPr/>
        </p:nvSpPr>
        <p:spPr>
          <a:xfrm>
            <a:off x="4983480" y="3675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marketplace listing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63840" y="36758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tk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92040" y="4014216"/>
            <a:ext cx="3749040" cy="292608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60" name="Text 58"/>
          <p:cNvSpPr/>
          <p:nvPr/>
        </p:nvSpPr>
        <p:spPr>
          <a:xfrm>
            <a:off x="4983480" y="40142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link (per view)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863840" y="40142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tk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92040" y="4352544"/>
            <a:ext cx="3749040" cy="292608"/>
          </a:xfrm>
          <a:prstGeom prst="rect">
            <a:avLst/>
          </a:prstGeom>
          <a:solidFill>
            <a:srgbClr val="080E1A"/>
          </a:solidFill>
          <a:ln/>
        </p:spPr>
      </p:sp>
      <p:sp>
        <p:nvSpPr>
          <p:cNvPr id="63" name="Text 61"/>
          <p:cNvSpPr/>
          <p:nvPr/>
        </p:nvSpPr>
        <p:spPr>
          <a:xfrm>
            <a:off x="4983480" y="4352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session (per hour)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863840" y="43525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tk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MONETIZATION — EARN, EXCHANGE, PAYOUT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both currency and incentive. Earn by contributing, spend by using, cash out anytime.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22860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228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 TOKENS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 card via Stripe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€1 = 100 $CYCLE tokens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Starter packs: €5, €20, €100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85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Enterprise: volume pricing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subscription pools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tier: 500 tokens/month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5156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 TOKENS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model publicly: +500 tk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673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gets used: +10 tk/use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19293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 a user: +1000 tk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185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report accepted: +200 tk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tutorial: +300 tk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featured: +2000 tk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051560"/>
            <a:ext cx="2651760" cy="22860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5156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CASH 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100 $CYCLE = €1 payout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1673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withdrawal: €10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19293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Payout via PayPal / bank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2185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creators: rev share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licenses: per-download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payout cycle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520440"/>
            <a:ext cx="54864" cy="13716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SHARING ECONOMY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3913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Model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you control access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011680" y="3977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40280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606040" y="3913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 License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0604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tokens, or custom price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703320" y="3977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31920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297680" y="3913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Others Use 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deducted per use/DL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94960" y="3977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623560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989320" y="3913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Earn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932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tokens goes to you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86600" y="3977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15200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680960" y="3913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Cash Out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8096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earned tokens to €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ENGINE — HOW IT WORKS UNDER THE HOOD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Ledger-based accounting with real-time balance checks, rate limiting, and fraud detection.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00584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Balance Ledger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token balance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Redis cache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00584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Billing Middleware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Pre-deducts tokens before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executes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00584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Rate Limiter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tokens/min, tokens/hr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+ per-agent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2560320" cy="100584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Oracle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pricing: peak hours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more, off-peak less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560320" cy="100584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28600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 of every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 operation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286000"/>
            <a:ext cx="2560320" cy="100584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286000"/>
            <a:ext cx="54864" cy="10058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Payout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settlement,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threshold, KYC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TRANSACTION FLOW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1554480" cy="640080"/>
          </a:xfrm>
          <a:prstGeom prst="rect">
            <a:avLst/>
          </a:prstGeom>
          <a:solidFill>
            <a:srgbClr val="111D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22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Agent Call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050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shape.create()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6596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194560" y="3794760"/>
            <a:ext cx="1554480" cy="640080"/>
          </a:xfrm>
          <a:prstGeom prst="rect">
            <a:avLst/>
          </a:prstGeom>
          <a:solidFill>
            <a:srgbClr val="111D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40280" y="3822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Auth Check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40280" y="4050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token + scope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0332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31920" y="3794760"/>
            <a:ext cx="1554480" cy="640080"/>
          </a:xfrm>
          <a:prstGeom prst="rect">
            <a:avLst/>
          </a:prstGeom>
          <a:solidFill>
            <a:srgbClr val="111D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3822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Pre-debit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77640" y="4050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-= cost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406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669280" y="3794760"/>
            <a:ext cx="1554480" cy="640080"/>
          </a:xfrm>
          <a:prstGeom prst="rect">
            <a:avLst/>
          </a:prstGeom>
          <a:solidFill>
            <a:srgbClr val="111D3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3822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Execute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15000" y="4050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runs op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780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406640" y="3794760"/>
            <a:ext cx="1554480" cy="640080"/>
          </a:xfrm>
          <a:prstGeom prst="rect">
            <a:avLst/>
          </a:prstGeom>
          <a:solidFill>
            <a:srgbClr val="111D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52360" y="3822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Confirm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52360" y="4050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+ receipt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11D33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ops → tokens refunded  |  Disputed? → 72hr arbitration window  |  Fraud? → account frozen +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MODULAR PLUGIN SYSTEM — AGENT-PROGRAMMABLE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build modules. AI agents can build modules. Everything plugs into the kernel.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256032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MODULES PLUG 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35608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1005840" y="14173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writes module (JS/Python)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tells an Agent to build 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" dirty="0"/>
          </a:p>
        </p:txBody>
      </p:sp>
      <p:sp>
        <p:nvSpPr>
          <p:cNvPr id="13" name="Text 11"/>
          <p:cNvSpPr/>
          <p:nvPr/>
        </p:nvSpPr>
        <p:spPr>
          <a:xfrm>
            <a:off x="1005840" y="19202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registers with Module Bus: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namespace, commands, token cost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441448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" dirty="0"/>
          </a:p>
        </p:txBody>
      </p:sp>
      <p:sp>
        <p:nvSpPr>
          <p:cNvPr id="16" name="Text 14"/>
          <p:cNvSpPr/>
          <p:nvPr/>
        </p:nvSpPr>
        <p:spPr>
          <a:xfrm>
            <a:off x="1005840" y="24231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review: sandboxed execution,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filesystem/network unless approved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94436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08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" dirty="0"/>
          </a:p>
        </p:txBody>
      </p:sp>
      <p:sp>
        <p:nvSpPr>
          <p:cNvPr id="19" name="Text 17"/>
          <p:cNvSpPr/>
          <p:nvPr/>
        </p:nvSpPr>
        <p:spPr>
          <a:xfrm>
            <a:off x="1005840" y="29260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marketplace: users install,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earns tokens per usage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3931920" cy="256032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0584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MODULES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1371600"/>
            <a:ext cx="3657600" cy="292608"/>
          </a:xfrm>
          <a:prstGeom prst="rect">
            <a:avLst/>
          </a:prstGeom>
          <a:solidFill>
            <a:srgbClr val="0D1528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thermal-sim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1371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0" y="1371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tk/run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1371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thermal simulation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983480" y="1709928"/>
            <a:ext cx="3657600" cy="292608"/>
          </a:xfrm>
          <a:prstGeom prst="rect">
            <a:avLst/>
          </a:prstGeom>
          <a:solidFill>
            <a:srgbClr val="080E1A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7099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fastener-db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1709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0" y="17099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tk/lookup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63840" y="17099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fastener catalog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983480" y="2048256"/>
            <a:ext cx="3657600" cy="292608"/>
          </a:xfrm>
          <a:prstGeom prst="rect">
            <a:avLst/>
          </a:prstGeom>
          <a:solidFill>
            <a:srgbClr val="0D1528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048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iso-checker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2048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32320" y="20482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tk/check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863840" y="20482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DIN/ISO compliance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983480" y="2386584"/>
            <a:ext cx="3657600" cy="292608"/>
          </a:xfrm>
          <a:prstGeom prst="rect">
            <a:avLst/>
          </a:prstGeom>
          <a:solidFill>
            <a:srgbClr val="080E1A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2386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gcode-gen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23865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32320" y="23865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tk/slice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863840" y="23865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3D print slicer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983480" y="2724912"/>
            <a:ext cx="3657600" cy="292608"/>
          </a:xfrm>
          <a:prstGeom prst="rect">
            <a:avLst/>
          </a:prstGeom>
          <a:solidFill>
            <a:srgbClr val="0D1528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cable-route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7920" y="27249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32320" y="27249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tk/route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863840" y="27249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cable routing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983480" y="3063240"/>
            <a:ext cx="3657600" cy="292608"/>
          </a:xfrm>
          <a:prstGeom prst="rect">
            <a:avLst/>
          </a:prstGeom>
          <a:solidFill>
            <a:srgbClr val="080E1A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cost-oracle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17920" y="3063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32320" y="3063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tk/est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863840" y="3063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cost est.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65760" y="3749040"/>
            <a:ext cx="8412480" cy="1143000"/>
          </a:xfrm>
          <a:prstGeom prst="rect">
            <a:avLst/>
          </a:prstGeom>
          <a:solidFill>
            <a:srgbClr val="0D1528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BUILDS A MODULE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4400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says: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1440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me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calculator"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42316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697480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017520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writes: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01752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 with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interface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262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800600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120640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Kernel tests: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2064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exec,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6294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903720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223760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Deployed: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23760" y="4297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60 sec,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tokens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ETL PIPELINE — DATA FLOWS THROUGH THE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any CAD format. Transform with AI agents. Load into the kernel for analysis and sharing.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210312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STEP / STP files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IGES / IGS files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856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STL / OBJ / GLB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Inventor .ipt / .iam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295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SolidWorks .sldprt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DXF / DWG drawings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734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Drag-drop or API upload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036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560320" cy="210312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051560"/>
            <a:ext cx="54864" cy="2103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Server STEP → GLB (OpenCASCADE)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1636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part identification (Gemini)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1856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Geometry → mesh tessellation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Assembly tree extraction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2295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BOM generation + costing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2514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Metadata enrichment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2734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Quality validation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</a:rPr>
              <a:t>→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6217920" y="1051560"/>
            <a:ext cx="2560320" cy="210312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051560"/>
            <a:ext cx="54864" cy="2103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4652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Three.js scene graph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1636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Assembly tree (6 groups)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1856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 metadata database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knowledge base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2295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GLB cache (IndexedDB)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2514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Manifest.json generation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2734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Agent-queryable state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STORES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8680" y="3767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Vault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68680" y="3950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CAD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(S3/R2)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4028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560320" y="3767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Mesh Cache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60320" y="3950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 in IndexedDB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Redis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319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251960" y="3767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Database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51960" y="3950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IDs, types,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McMaster links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235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43600" y="3767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 Ledger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43600" y="3950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+ history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635240" y="3767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Log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3950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INTERFACE — HOW USERS ACCESS THE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entry points into the same kernel. Every interface speaks the same API.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  Web App (Desktop)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parametric modeler with 3D viewport, feature tree, sketch canvas, toolbars. cycleCAD at cyclecad.com/app/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Included in plan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👁  ExplodeView Viewer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3D viewer for any website. 63+ analysis tools, AI-powered. &lt;script&gt; tag integration.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8105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tk/page view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40280"/>
            <a:ext cx="54864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Mobile Touch Viewer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Phone-optimized interface. Pinch-zoom, swipe-rotate, tap-select. Works on iOS + Android browsers.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449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1480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🎤  Voice Interface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API. "Create cylinder 50mm" → agent parses → kernel executes. Hands-free CAD.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0449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tk/command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11480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7472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⌨  Agent API (JSON-RPC)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for bots, scripts, CI/CD. window.cycleCAD.execute() or REST endpoint.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2793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operation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11D33"/>
          </a:solidFill>
          <a:ln w="9525">
            <a:solidFill>
              <a:srgbClr val="1A2D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474720"/>
            <a:ext cx="54864" cy="10972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⌘  CLI / Terminal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cyclecad-cli for power users. Batch operations, scripting, pipeline integration.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42793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operation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11D33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interfaces → same JSON-RPC API → same Kernel → same Token Engine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6576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open platform where AI agents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design, analyze, and manufacture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powered by a token economy.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architecture. Protected models. Token-powered.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creating machines.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3840480"/>
            <a:ext cx="9144000" cy="1097280"/>
          </a:xfrm>
          <a:prstGeom prst="rect">
            <a:avLst/>
          </a:prstGeom>
          <a:solidFill>
            <a:srgbClr val="0D15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6928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0664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Possibilities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cyclecad.com  |  explodeview.com  |  npm: cyclecad + explodeview  |  github.com/vvlars-cmd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cycleCAD + ExplodeView — Agentic CAD Architecture &amp; Token Economy</dc:title>
  <dc:subject>PptxGenJS Presentation</dc:subject>
  <dc:creator>Sachin Kumar</dc:creator>
  <cp:lastModifiedBy>Sachin Kumar</cp:lastModifiedBy>
  <cp:revision>1</cp:revision>
  <dcterms:created xsi:type="dcterms:W3CDTF">2026-03-26T09:07:08Z</dcterms:created>
  <dcterms:modified xsi:type="dcterms:W3CDTF">2026-03-26T09:07:08Z</dcterms:modified>
</cp:coreProperties>
</file>