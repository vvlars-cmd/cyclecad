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91440" cy="14630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34640"/>
            <a:ext cx="91440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Plan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convert today’s monolithic cycleCAD + ExplodeView + Pentacad apps into ~114 Lego-shaped widgets — each independently runnable, each with its own test suite — all running over one shared kernel.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93776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F2937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029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~50,000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77240" y="565099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monolithic code today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73552" y="493776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F2937"/>
          </a:solidFill>
          <a:ln w="19050">
            <a:solidFill>
              <a:srgbClr val="3AAF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5029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~114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10712" y="565099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Lego widgets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07024" y="493776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F293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07024" y="5029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44184" y="565099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categories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40496" y="493776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F293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0496" y="5029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677656" y="565099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· strangler-fig migration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Sachin Kumar  ·  cyclecad.com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Development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MENTAL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Development Plan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feature lands in one of four buckets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grey area. Before we touch any code we decide: is this a widget, a workflow, library code, or app shell?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70891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29384"/>
            <a:ext cx="2708910" cy="4151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39112"/>
            <a:ext cx="2343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23431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things become this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234315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UI surface or callable API. Mounts somewhere. Has init() / destroy().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cam-nav · dro · ai-render · gcode-editor · explode-slider · section-cut · admin-overview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03270" y="1874520"/>
            <a:ext cx="270891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3303270" y="1929384"/>
            <a:ext cx="2708910" cy="4151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86150" y="2039112"/>
            <a:ext cx="2343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86150" y="2377440"/>
            <a:ext cx="23431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 chain of widget calls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86150" y="3063240"/>
            <a:ext cx="234315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combinations of widgets. Token-priced as bundle.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hero-shot pipeline · manufacturability scan · CAM-to-machine · onboarding tour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49340" y="1874520"/>
            <a:ext cx="270891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Shape 18"/>
          <p:cNvSpPr/>
          <p:nvPr/>
        </p:nvSpPr>
        <p:spPr>
          <a:xfrm>
            <a:off x="6149340" y="1929384"/>
            <a:ext cx="2708910" cy="4151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2220" y="2039112"/>
            <a:ext cx="2343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2220" y="2377440"/>
            <a:ext cx="23431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Pure code, no DOM, no kernel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32220" y="3063240"/>
            <a:ext cx="234315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by widgets. Three.js, OCCT WASM, geometry math, constraint solver, NURBS.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shared/lib/ — never gates the meter, never mounts.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95410" y="1874520"/>
            <a:ext cx="270891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8995410" y="1929384"/>
            <a:ext cx="2708910" cy="4151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78290" y="2039112"/>
            <a:ext cx="2343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SHELL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78290" y="2377440"/>
            <a:ext cx="23431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baseplate HTML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78290" y="3063240"/>
            <a:ext cx="234315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— ~150 lines per app after migration. Declares which widgets to load via manifest.json. Snaps blocks together.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· ExplodeView · Pentacad · admin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6263640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has UI or an API call, it’s a widget. If it chains widgets, it’s a workflow. If it’s pure math or a parser, it’s a library. Everything else is the app shell.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Development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TAXONOMY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Development Plan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widget catalogue · ~114 blocks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categories. Counting features that already exist across cycleCAD, ExplodeView, Pentacad. Many are duplicated 3 × today — the refactor dedupes them.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87452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04872" y="1874520"/>
            <a:ext cx="5522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57032" y="187452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app(s)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54512" y="1874520"/>
            <a:ext cx="585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69464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350008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2240280"/>
            <a:ext cx="1453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3D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31720" y="2240280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· cam-nav · grid · axes · lights · picking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92440" y="224028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apps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972800" y="226771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0" y="22677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569464"/>
            <a:ext cx="11247120" cy="32918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898648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2679192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2569464"/>
            <a:ext cx="1453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331720" y="2569464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sketch-line · circle · rect · arc · polyline · constraint-solver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92440" y="256946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972800" y="2596896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0" y="259689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227832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" y="3008376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2898648"/>
            <a:ext cx="1453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ops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331720" y="2898648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 · revolve · sweep · loft · hole · thread · fillet · chamfer · shell · pattern…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92440" y="289864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972800" y="292608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0" y="29260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227832"/>
            <a:ext cx="11247120" cy="32918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3557016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" y="3337560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9" name="Text 37"/>
          <p:cNvSpPr/>
          <p:nvPr/>
        </p:nvSpPr>
        <p:spPr>
          <a:xfrm>
            <a:off x="786384" y="3227832"/>
            <a:ext cx="1453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/ sheet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331720" y="3227832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t-spline · nurbs · sheet-bend · flange · unfold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92440" y="32278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972800" y="3255264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43" name="Text 41"/>
          <p:cNvSpPr/>
          <p:nvPr/>
        </p:nvSpPr>
        <p:spPr>
          <a:xfrm>
            <a:off x="10972800" y="32552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886200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" y="3666744"/>
            <a:ext cx="109728" cy="109728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46" name="Text 44"/>
          <p:cNvSpPr/>
          <p:nvPr/>
        </p:nvSpPr>
        <p:spPr>
          <a:xfrm>
            <a:off x="786384" y="3557016"/>
            <a:ext cx="1453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331720" y="3557016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 · joint · motion-study · explode-slider · interference · contact-set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092440" y="355701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+ ExplodeView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972800" y="3584448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50" name="Text 48"/>
          <p:cNvSpPr/>
          <p:nvPr/>
        </p:nvSpPr>
        <p:spPr>
          <a:xfrm>
            <a:off x="10972800" y="358444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3886200"/>
            <a:ext cx="11247120" cy="32918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2" name="Shape 50"/>
          <p:cNvSpPr/>
          <p:nvPr/>
        </p:nvSpPr>
        <p:spPr>
          <a:xfrm>
            <a:off x="457200" y="4215384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1792" y="399592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4" name="Text 52"/>
          <p:cNvSpPr/>
          <p:nvPr/>
        </p:nvSpPr>
        <p:spPr>
          <a:xfrm>
            <a:off x="786384" y="3886200"/>
            <a:ext cx="1453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2331720" y="3886200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· blueprint · transparency · section-cut · isolate · fit · screenshot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092440" y="388620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0972800" y="391363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58" name="Text 56"/>
          <p:cNvSpPr/>
          <p:nvPr/>
        </p:nvSpPr>
        <p:spPr>
          <a:xfrm>
            <a:off x="10972800" y="39136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" y="4544568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1792" y="432511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1" name="Text 59"/>
          <p:cNvSpPr/>
          <p:nvPr/>
        </p:nvSpPr>
        <p:spPr>
          <a:xfrm>
            <a:off x="786384" y="4215384"/>
            <a:ext cx="1453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2331720" y="4215384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· weight · part-compare · FEA · thermal · modal · DFM · ai-engineer-analyst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092440" y="421538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+ ExplodeView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0972800" y="4242816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65" name="Text 63"/>
          <p:cNvSpPr/>
          <p:nvPr/>
        </p:nvSpPr>
        <p:spPr>
          <a:xfrm>
            <a:off x="10972800" y="4242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57200" y="4544568"/>
            <a:ext cx="11247120" cy="32918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7" name="Shape 65"/>
          <p:cNvSpPr/>
          <p:nvPr/>
        </p:nvSpPr>
        <p:spPr>
          <a:xfrm>
            <a:off x="457200" y="4873752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1792" y="465429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9" name="Text 67"/>
          <p:cNvSpPr/>
          <p:nvPr/>
        </p:nvSpPr>
        <p:spPr>
          <a:xfrm>
            <a:off x="786384" y="4544568"/>
            <a:ext cx="1453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2331720" y="4544568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ai-copilot · ai-render · ai-narrator · ai-vision-id · ai-chatbot · ai-search-nl · batch-scan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092440" y="454456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0972800" y="457200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73" name="Text 71"/>
          <p:cNvSpPr/>
          <p:nvPr/>
        </p:nvSpPr>
        <p:spPr>
          <a:xfrm>
            <a:off x="10972800" y="45720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57200" y="5202936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1792" y="49834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6" name="Text 74"/>
          <p:cNvSpPr/>
          <p:nvPr/>
        </p:nvSpPr>
        <p:spPr>
          <a:xfrm>
            <a:off x="786384" y="4873752"/>
            <a:ext cx="1453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2331720" y="4873752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· GLB · STL · OBJ · glTF · DXF · PDF · BOM-CSV · DWG · OCCT-WASM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092440" y="487375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0972800" y="4901184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80" name="Text 78"/>
          <p:cNvSpPr/>
          <p:nvPr/>
        </p:nvSpPr>
        <p:spPr>
          <a:xfrm>
            <a:off x="10972800" y="490118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57200" y="5202936"/>
            <a:ext cx="11247120" cy="32918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2" name="Shape 80"/>
          <p:cNvSpPr/>
          <p:nvPr/>
        </p:nvSpPr>
        <p:spPr>
          <a:xfrm>
            <a:off x="457200" y="5532120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21792" y="5312664"/>
            <a:ext cx="109728" cy="109728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84" name="Text 82"/>
          <p:cNvSpPr/>
          <p:nvPr/>
        </p:nvSpPr>
        <p:spPr>
          <a:xfrm>
            <a:off x="786384" y="5202936"/>
            <a:ext cx="1453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2331720" y="5202936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· pocket · drill · adaptive · post · gcode-editor · sim · bridge · jog · dro · playback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8092440" y="520293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Pentacad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10972800" y="5230368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88" name="Text 86"/>
          <p:cNvSpPr/>
          <p:nvPr/>
        </p:nvSpPr>
        <p:spPr>
          <a:xfrm>
            <a:off x="10972800" y="523036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457200" y="5861304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21792" y="5641848"/>
            <a:ext cx="109728" cy="109728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91" name="Text 89"/>
          <p:cNvSpPr/>
          <p:nvPr/>
        </p:nvSpPr>
        <p:spPr>
          <a:xfrm>
            <a:off x="786384" y="5532120"/>
            <a:ext cx="1453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2331720" y="5532120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· qr · manual · tech-report · standards-id · mcmaster-search · kiri-moto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8092440" y="553212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ExplodeView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10972800" y="555955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95" name="Text 93"/>
          <p:cNvSpPr/>
          <p:nvPr/>
        </p:nvSpPr>
        <p:spPr>
          <a:xfrm>
            <a:off x="10972800" y="55595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457200" y="5861304"/>
            <a:ext cx="11247120" cy="32918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97" name="Shape 95"/>
          <p:cNvSpPr/>
          <p:nvPr/>
        </p:nvSpPr>
        <p:spPr>
          <a:xfrm>
            <a:off x="457200" y="6190488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21792" y="5971032"/>
            <a:ext cx="109728" cy="109728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99" name="Text 97"/>
          <p:cNvSpPr/>
          <p:nvPr/>
        </p:nvSpPr>
        <p:spPr>
          <a:xfrm>
            <a:off x="786384" y="5861304"/>
            <a:ext cx="1453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2331720" y="5861304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users · api-keys · tokens · audit · registry-edit · stats · health · realtime…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8092440" y="586130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 (new)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10972800" y="5888736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103" name="Text 101"/>
          <p:cNvSpPr/>
          <p:nvPr/>
        </p:nvSpPr>
        <p:spPr>
          <a:xfrm>
            <a:off x="10972800" y="588873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457200" y="6236208"/>
            <a:ext cx="11247120" cy="329184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105" name="Text 103"/>
          <p:cNvSpPr/>
          <p:nvPr/>
        </p:nvSpPr>
        <p:spPr>
          <a:xfrm>
            <a:off x="786384" y="6236208"/>
            <a:ext cx="1453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2331720" y="6236208"/>
            <a:ext cx="8458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migration, every cross-app duplicate becomes ONE widget loaded by all apps that need it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10789920" y="623620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114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Development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STRATEGY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Development Plan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Strangler-fig migration — the apps stay shipping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big-bang rewrite. Pull one feature out of the monolith. Land it as a widget. Delete the old code. Repeat ~114 times.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212848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29384"/>
            <a:ext cx="2212848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66444" y="2057400"/>
            <a:ext cx="594360" cy="5943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5740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feature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18470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off the migration matrix · the simplest yet-undone widget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2674620" y="2834640"/>
            <a:ext cx="54864" cy="182880"/>
          </a:xfrm>
          <a:prstGeom prst="rightTriangle">
            <a:avLst/>
          </a:prstGeom>
          <a:solidFill>
            <a:srgbClr val="9CA3AF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0" y="1874520"/>
            <a:ext cx="221284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1929384"/>
            <a:ext cx="2212848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52444" y="205740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205740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834640" y="274320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26080" y="3154680"/>
            <a:ext cx="18470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code from app.js into widgets/&lt;name&gt;.js · keep behaviour bit-identical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rot="5400000">
            <a:off x="4960620" y="2834640"/>
            <a:ext cx="54864" cy="182880"/>
          </a:xfrm>
          <a:prstGeom prst="rightTriangle">
            <a:avLst/>
          </a:prstGeom>
          <a:solidFill>
            <a:srgbClr val="9CA3AF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0" y="1874520"/>
            <a:ext cx="2212848" cy="54864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0" y="1929384"/>
            <a:ext cx="2212848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38444" y="2057400"/>
            <a:ext cx="594360" cy="594360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05740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120640" y="274320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 as widget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3154680"/>
            <a:ext cx="18470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init/destroy/api · pass meter · register in manifest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rot="5400000">
            <a:off x="7246620" y="2834640"/>
            <a:ext cx="54864" cy="182880"/>
          </a:xfrm>
          <a:prstGeom prst="rightTriangle">
            <a:avLst/>
          </a:prstGeom>
          <a:solidFill>
            <a:srgbClr val="9CA3AF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0" y="1874520"/>
            <a:ext cx="2212848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0" y="1929384"/>
            <a:ext cx="2212848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24444" y="205740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205740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406640" y="274320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in isolation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498080" y="3154680"/>
            <a:ext cx="18470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demo + spec · ≥5 assertions · dashboard goes green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 rot="5400000">
            <a:off x="9532620" y="2834640"/>
            <a:ext cx="54864" cy="182880"/>
          </a:xfrm>
          <a:prstGeom prst="rightTriangle">
            <a:avLst/>
          </a:prstGeom>
          <a:solidFill>
            <a:srgbClr val="9CA3AF"/>
          </a:solidFill>
          <a:ln/>
        </p:spPr>
      </p:sp>
      <p:sp>
        <p:nvSpPr>
          <p:cNvPr id="37" name="Shape 35"/>
          <p:cNvSpPr/>
          <p:nvPr/>
        </p:nvSpPr>
        <p:spPr>
          <a:xfrm>
            <a:off x="9601200" y="1874520"/>
            <a:ext cx="2212848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8" name="Shape 36"/>
          <p:cNvSpPr/>
          <p:nvPr/>
        </p:nvSpPr>
        <p:spPr>
          <a:xfrm>
            <a:off x="9601200" y="1929384"/>
            <a:ext cx="2212848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10444" y="2057400"/>
            <a:ext cx="594360" cy="59436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40" name="Text 38"/>
          <p:cNvSpPr/>
          <p:nvPr/>
        </p:nvSpPr>
        <p:spPr>
          <a:xfrm>
            <a:off x="9601200" y="205740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9692640" y="274320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Delete old code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784080" y="3154680"/>
            <a:ext cx="18470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original from app.js · app shell now thinner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160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spc="1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→  every step ships green  →  app.js shrinks one feature at a time  →  ~114 widgets later, app shell is empty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61772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782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" y="51206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leaves all apps shipping. Never two failing apps at once.
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stays identical during extraction. Refactor for cleanliness only after the widget is green.
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 dedupe FIRST. Anything in 2+ apps is the highest-priority extraction.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Development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WIDGET CONTRACT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Development Plan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widget = 5 files. Each ships with its own test suite.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widget is "done" until all five rows are green. The test suite is non-negotiable — every widget proves it works in isolation.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" y="2002536"/>
            <a:ext cx="420624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65960"/>
            <a:ext cx="4206240" cy="420624"/>
          </a:xfrm>
          <a:prstGeom prst="roundRect">
            <a:avLst>
              <a:gd name="adj" fmla="val 8696"/>
            </a:avLst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" y="2011680"/>
            <a:ext cx="413308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0684" y="190195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923544" y="1920240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952244" y="190195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1975104" y="1920240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03804" y="190195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3026664" y="1920240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55364" y="190195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4078224" y="1920240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011680"/>
            <a:ext cx="4114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/widgets/&lt;name&gt;.js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965960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ESM single file, exports init(opts) → {api, on, destroy}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" y="2697480"/>
            <a:ext cx="420624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2660904"/>
            <a:ext cx="4206240" cy="420624"/>
          </a:xfrm>
          <a:prstGeom prst="roundRect">
            <a:avLst>
              <a:gd name="adj" fmla="val 8696"/>
            </a:avLst>
          </a:prstGeom>
          <a:solidFill>
            <a:srgbClr val="3AAFA9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" y="2706624"/>
            <a:ext cx="413308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00684" y="2596896"/>
            <a:ext cx="164592" cy="164592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26" name="Shape 24"/>
          <p:cNvSpPr/>
          <p:nvPr/>
        </p:nvSpPr>
        <p:spPr>
          <a:xfrm>
            <a:off x="923544" y="2615184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952244" y="2596896"/>
            <a:ext cx="164592" cy="164592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28" name="Shape 26"/>
          <p:cNvSpPr/>
          <p:nvPr/>
        </p:nvSpPr>
        <p:spPr>
          <a:xfrm>
            <a:off x="1975104" y="2615184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03804" y="2596896"/>
            <a:ext cx="164592" cy="164592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30" name="Shape 28"/>
          <p:cNvSpPr/>
          <p:nvPr/>
        </p:nvSpPr>
        <p:spPr>
          <a:xfrm>
            <a:off x="3026664" y="2615184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055364" y="2596896"/>
            <a:ext cx="164592" cy="164592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32" name="Shape 30"/>
          <p:cNvSpPr/>
          <p:nvPr/>
        </p:nvSpPr>
        <p:spPr>
          <a:xfrm>
            <a:off x="4078224" y="2615184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2706624"/>
            <a:ext cx="4114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/tests/widgets/&lt;name&gt;.html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2660904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demo — bare HTML page that mounts the widget on a real host scene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3776" y="3392424"/>
            <a:ext cx="420624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3355848"/>
            <a:ext cx="4206240" cy="420624"/>
          </a:xfrm>
          <a:prstGeom prst="roundRect">
            <a:avLst>
              <a:gd name="adj" fmla="val 8696"/>
            </a:avLst>
          </a:prstGeom>
          <a:solidFill>
            <a:srgbClr val="10B981"/>
          </a:solidFill>
          <a:ln/>
        </p:spPr>
      </p:sp>
      <p:sp>
        <p:nvSpPr>
          <p:cNvPr id="37" name="Shape 35"/>
          <p:cNvSpPr/>
          <p:nvPr/>
        </p:nvSpPr>
        <p:spPr>
          <a:xfrm>
            <a:off x="493776" y="3401568"/>
            <a:ext cx="413308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00684" y="3291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9" name="Shape 37"/>
          <p:cNvSpPr/>
          <p:nvPr/>
        </p:nvSpPr>
        <p:spPr>
          <a:xfrm>
            <a:off x="923544" y="3310128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952244" y="3291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Shape 39"/>
          <p:cNvSpPr/>
          <p:nvPr/>
        </p:nvSpPr>
        <p:spPr>
          <a:xfrm>
            <a:off x="1975104" y="3310128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003804" y="3291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3" name="Shape 41"/>
          <p:cNvSpPr/>
          <p:nvPr/>
        </p:nvSpPr>
        <p:spPr>
          <a:xfrm>
            <a:off x="3026664" y="3310128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55364" y="3291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5" name="Shape 43"/>
          <p:cNvSpPr/>
          <p:nvPr/>
        </p:nvSpPr>
        <p:spPr>
          <a:xfrm>
            <a:off x="4078224" y="3310128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3401568"/>
            <a:ext cx="4114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/tests/widgets/&lt;name&gt;.spec.html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46320" y="3355848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— ≥5 automated assertions + leak test, posts spec-result to parent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93776" y="4087368"/>
            <a:ext cx="420624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57200" y="4050792"/>
            <a:ext cx="4206240" cy="420624"/>
          </a:xfrm>
          <a:prstGeom prst="roundRect">
            <a:avLst>
              <a:gd name="adj" fmla="val 8696"/>
            </a:avLst>
          </a:prstGeom>
          <a:solidFill>
            <a:srgbClr val="7C3AED"/>
          </a:solidFill>
          <a:ln/>
        </p:spPr>
      </p:sp>
      <p:sp>
        <p:nvSpPr>
          <p:cNvPr id="50" name="Shape 48"/>
          <p:cNvSpPr/>
          <p:nvPr/>
        </p:nvSpPr>
        <p:spPr>
          <a:xfrm>
            <a:off x="493776" y="4096512"/>
            <a:ext cx="413308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00684" y="3986784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2" name="Shape 50"/>
          <p:cNvSpPr/>
          <p:nvPr/>
        </p:nvSpPr>
        <p:spPr>
          <a:xfrm>
            <a:off x="923544" y="4005072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952244" y="3986784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4" name="Shape 52"/>
          <p:cNvSpPr/>
          <p:nvPr/>
        </p:nvSpPr>
        <p:spPr>
          <a:xfrm>
            <a:off x="1975104" y="4005072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3003804" y="3986784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6" name="Shape 54"/>
          <p:cNvSpPr/>
          <p:nvPr/>
        </p:nvSpPr>
        <p:spPr>
          <a:xfrm>
            <a:off x="3026664" y="4005072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055364" y="3986784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8" name="Shape 56"/>
          <p:cNvSpPr/>
          <p:nvPr/>
        </p:nvSpPr>
        <p:spPr>
          <a:xfrm>
            <a:off x="4078224" y="4005072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502920" y="4096512"/>
            <a:ext cx="4114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/shared/widget-registry.js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846320" y="4050792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entry — { name, tier, minRole, freeQuota, cost, deps }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93776" y="4782312"/>
            <a:ext cx="420624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57200" y="4745736"/>
            <a:ext cx="4206240" cy="420624"/>
          </a:xfrm>
          <a:prstGeom prst="roundRect">
            <a:avLst>
              <a:gd name="adj" fmla="val 8696"/>
            </a:avLst>
          </a:prstGeom>
          <a:solidFill>
            <a:srgbClr val="D4A843"/>
          </a:solidFill>
          <a:ln/>
        </p:spPr>
      </p:sp>
      <p:sp>
        <p:nvSpPr>
          <p:cNvPr id="63" name="Shape 61"/>
          <p:cNvSpPr/>
          <p:nvPr/>
        </p:nvSpPr>
        <p:spPr>
          <a:xfrm>
            <a:off x="493776" y="4791456"/>
            <a:ext cx="413308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00684" y="4681728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5" name="Shape 63"/>
          <p:cNvSpPr/>
          <p:nvPr/>
        </p:nvSpPr>
        <p:spPr>
          <a:xfrm>
            <a:off x="923544" y="4700016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952244" y="4681728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7" name="Shape 65"/>
          <p:cNvSpPr/>
          <p:nvPr/>
        </p:nvSpPr>
        <p:spPr>
          <a:xfrm>
            <a:off x="1975104" y="4700016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3003804" y="4681728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9" name="Shape 67"/>
          <p:cNvSpPr/>
          <p:nvPr/>
        </p:nvSpPr>
        <p:spPr>
          <a:xfrm>
            <a:off x="3026664" y="4700016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4055364" y="4681728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71" name="Shape 69"/>
          <p:cNvSpPr/>
          <p:nvPr/>
        </p:nvSpPr>
        <p:spPr>
          <a:xfrm>
            <a:off x="4078224" y="4700016"/>
            <a:ext cx="90526" cy="90526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02920" y="4791456"/>
            <a:ext cx="4114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/tests/index.html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846320" y="4745736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row flips from ‘stub’ → ‘live’ once spec passes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457200" y="548640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/>
        </p:spPr>
      </p:sp>
      <p:sp>
        <p:nvSpPr>
          <p:cNvPr id="75" name="Text 73"/>
          <p:cNvSpPr/>
          <p:nvPr/>
        </p:nvSpPr>
        <p:spPr>
          <a:xfrm>
            <a:off x="640080" y="55778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CONTRACT — every spec must cover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40080" y="58978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init() returns valid handle (api object · on function · destroy function)
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2.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mounts expected DOM into the host
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3.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public api method is callable + emits expected events
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4.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destroy() cleans up DOM, Three.js, listeners, timers
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5.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init/destroy cycles do not leak DOM or memory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Development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TEST SUITES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Development Plan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Tested like Lego — every widget proves itself in isolation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one HTML file in any browser. Watch the spec run. See the result post to the dashboard. No build step, no CI dependency.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4864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29384"/>
            <a:ext cx="5486400" cy="415137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391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PER-WIDGET FILE STRUCTURE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widgets/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cam-nav.js  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← implementation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dro.js              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ai-render.js        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...                 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tests/widgets/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cam-nav.html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← standalone demo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cam-nav.spec.html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← test suite (5+)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dro.html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dro.spec.html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...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tests/index.html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← dashboard, </a:t>
            </a:r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aggregates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spec-result postMessages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874520"/>
            <a:ext cx="5330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1929384"/>
            <a:ext cx="5330952" cy="4151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039112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tests/index.html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29400" y="2377440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all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294436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83464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cam-nav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0" y="2889504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2889504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0" y="283464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7/7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3163824"/>
            <a:ext cx="4965192" cy="32918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675120" y="327355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16382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dro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0" y="3218688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0" y="3218688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0" y="316382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10/10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75120" y="3602736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34930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gcode-editor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00" y="3547872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0" y="354787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83680" y="3822192"/>
            <a:ext cx="4965192" cy="32918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3" name="Shape 31"/>
          <p:cNvSpPr/>
          <p:nvPr/>
        </p:nvSpPr>
        <p:spPr>
          <a:xfrm>
            <a:off x="6675120" y="3931920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382219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explode-slider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144000" y="3877056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0" y="387705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75120" y="4261104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415137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ai-render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144000" y="420624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0" y="420624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583680" y="4480560"/>
            <a:ext cx="4965192" cy="32918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0" y="4590288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0" y="44805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playback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144000" y="4535424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45" name="Text 43"/>
          <p:cNvSpPr/>
          <p:nvPr/>
        </p:nvSpPr>
        <p:spPr>
          <a:xfrm>
            <a:off x="9144000" y="4535424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75120" y="4919472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0" y="480974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section-cut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144000" y="4864608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00" y="4864608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583680" y="5138928"/>
            <a:ext cx="4965192" cy="32918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1" name="Shape 49"/>
          <p:cNvSpPr/>
          <p:nvPr/>
        </p:nvSpPr>
        <p:spPr>
          <a:xfrm>
            <a:off x="6675120" y="5248656"/>
            <a:ext cx="109728" cy="109728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0" y="51389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...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Development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PHASES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Development Plan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phases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 the monolith one feature at a time. Each phase ends with a green dashboard, a thinner monolith, and more widgets in the registry.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70891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29384"/>
            <a:ext cx="2708910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34440" y="2148840"/>
            <a:ext cx="18402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234315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FEATURE-MIGRATION-PLAN.md — ~150 rows × 3 apps mapping every feature to a target widget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" y="3611880"/>
            <a:ext cx="2379726" cy="0"/>
          </a:xfrm>
          <a:prstGeom prst="rect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48456"/>
            <a:ext cx="2343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single source of truth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03270" y="1874520"/>
            <a:ext cx="270891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3303270" y="1929384"/>
            <a:ext cx="2708910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67862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080510" y="2148840"/>
            <a:ext cx="18402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widgets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86150" y="2651760"/>
            <a:ext cx="234315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· cam-nav · dro (✓) · grid · axes · widget-registry · CONTRACT.md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67862" y="3611880"/>
            <a:ext cx="2379726" cy="0"/>
          </a:xfrm>
          <a:prstGeom prst="rect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86150" y="3648456"/>
            <a:ext cx="2343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apps can mount onto kernel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49340" y="1874520"/>
            <a:ext cx="2708910" cy="54864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24" name="Shape 22"/>
          <p:cNvSpPr/>
          <p:nvPr/>
        </p:nvSpPr>
        <p:spPr>
          <a:xfrm>
            <a:off x="6149340" y="1929384"/>
            <a:ext cx="2708910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3932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AF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26580" y="2148840"/>
            <a:ext cx="18402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Cross-app dedupe FIRST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32220" y="2651760"/>
            <a:ext cx="234315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section-cut · explode-slider · fit-to-selection · screenshot · BOM · ai-render · chatbot · hero-shot · measure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13932" y="3611880"/>
            <a:ext cx="2379726" cy="0"/>
          </a:xfrm>
          <a:prstGeom prst="rect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2220" y="3648456"/>
            <a:ext cx="2343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~25 widgets, 3-app reuse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995410" y="1874520"/>
            <a:ext cx="270891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Shape 29"/>
          <p:cNvSpPr/>
          <p:nvPr/>
        </p:nvSpPr>
        <p:spPr>
          <a:xfrm>
            <a:off x="8995410" y="1929384"/>
            <a:ext cx="2708910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60002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9772650" y="2148840"/>
            <a:ext cx="18402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cycleCAD-only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78290" y="2651760"/>
            <a:ext cx="234315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· solid · surface · assembly ops — ~33 widgets replace sections of cycleCAD app.js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60002" y="3611880"/>
            <a:ext cx="2379726" cy="0"/>
          </a:xfrm>
          <a:prstGeom prst="rect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78290" y="3648456"/>
            <a:ext cx="2343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cycleCAD shell thinner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251960"/>
            <a:ext cx="270891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4306824"/>
            <a:ext cx="2708910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1234440" y="4526280"/>
            <a:ext cx="18402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ExplodeView-only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0080" y="5029200"/>
            <a:ext cx="234315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mode · ai-narrator · animated-instructions · nl-search · maint-heatmap · wear-timeline · service-mode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" y="5989320"/>
            <a:ext cx="2379726" cy="0"/>
          </a:xfrm>
          <a:prstGeom prst="rect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025896"/>
            <a:ext cx="2343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ExplodeView shell thinner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303270" y="4251960"/>
            <a:ext cx="270891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5" name="Shape 43"/>
          <p:cNvSpPr/>
          <p:nvPr/>
        </p:nvSpPr>
        <p:spPr>
          <a:xfrm>
            <a:off x="3303270" y="4306824"/>
            <a:ext cx="2708910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67862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4080510" y="4526280"/>
            <a:ext cx="18402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Pentacad-only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486150" y="5029200"/>
            <a:ext cx="234315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CAM strategies · post-processor · sim-executor · rockhopper-bridge · jog-pad · machine-picker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67862" y="5989320"/>
            <a:ext cx="2379726" cy="0"/>
          </a:xfrm>
          <a:prstGeom prst="rect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86150" y="6025896"/>
            <a:ext cx="2343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Pentacad shell thinner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49340" y="4251960"/>
            <a:ext cx="270891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Shape 50"/>
          <p:cNvSpPr/>
          <p:nvPr/>
        </p:nvSpPr>
        <p:spPr>
          <a:xfrm>
            <a:off x="6149340" y="4306824"/>
            <a:ext cx="2708910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13932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6926580" y="4526280"/>
            <a:ext cx="18402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app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332220" y="5029200"/>
            <a:ext cx="234315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admin widgets in 3 waves — overview · users · tokens · audit · registry-edit · stats · health …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13932" y="5989320"/>
            <a:ext cx="2379726" cy="0"/>
          </a:xfrm>
          <a:prstGeom prst="rect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32220" y="6025896"/>
            <a:ext cx="2343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operator dashboard live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995410" y="4251960"/>
            <a:ext cx="270891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9" name="Shape 57"/>
          <p:cNvSpPr/>
          <p:nvPr/>
        </p:nvSpPr>
        <p:spPr>
          <a:xfrm>
            <a:off x="8995410" y="4306824"/>
            <a:ext cx="2708910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60002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61" name="Text 59"/>
          <p:cNvSpPr/>
          <p:nvPr/>
        </p:nvSpPr>
        <p:spPr>
          <a:xfrm>
            <a:off x="9772650" y="4526280"/>
            <a:ext cx="18402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 + retire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9178290" y="5029200"/>
            <a:ext cx="234315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workflows + bundle discounts. Delete old app.js files. Each app = thin manifest + shell.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160002" y="5989320"/>
            <a:ext cx="2379726" cy="0"/>
          </a:xfrm>
          <a:prstGeom prst="rect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78290" y="6025896"/>
            <a:ext cx="2343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monolith retired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Development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DECISIONS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Development Plan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decisions — made up front so the migration doesn’t drift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refactor calls for a few opinionated choices. Locking these in saves hundreds of small re-decisions later.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" y="1874520"/>
            <a:ext cx="543153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11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owns the 3D viewport?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`viewport` widget. Apps treat it as a singleton. Other widgets receive scene/camera/controls as opts. Same shape cam-nav already uses.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874520"/>
            <a:ext cx="54864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Shape 12"/>
          <p:cNvSpPr/>
          <p:nvPr/>
        </p:nvSpPr>
        <p:spPr>
          <a:xfrm>
            <a:off x="6181344" y="1874520"/>
            <a:ext cx="543153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011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NOT a widget?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3774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itself, OCCT WASM, OCC.js, geometry/math, constraint solver, NURBS, parsers. These are libraries (`shared/lib/`). No kernel involvement.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54864" cy="137160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" y="3337560"/>
            <a:ext cx="543153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474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existing apps stay alive during migration?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8404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`bridge.js` shim lets the old monolith call new widgets. Bridge gets deleted at phase 7. Strangler-fig means apps NEVER break.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3337560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6181344" y="3337560"/>
            <a:ext cx="543153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474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economics during migration?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38404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read-only widgets stay free (cam-nav, dro, sketch, section-cut). Heavy compute pays (ai-render 500, FEA 1000, CAM gen 300, ai-engineer 200). Per-call meter goes paid only at phase 7.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0060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512064" y="4800600"/>
            <a:ext cx="543153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937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Behavioural diff between apps for the SAME feature?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53035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matrix has a "behaviour diff" column for each cross-app widget. Surface differences early; pick a winner; document why.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4800600"/>
            <a:ext cx="54864" cy="13716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0" name="Shape 28"/>
          <p:cNvSpPr/>
          <p:nvPr/>
        </p:nvSpPr>
        <p:spPr>
          <a:xfrm>
            <a:off x="6181344" y="4800600"/>
            <a:ext cx="543153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937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widget-specific assets live?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53035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deps stay alongside the widget: `widgets/&lt;name&gt;.js` + optional `widgets/&lt;name&gt;.css` + `widgets/&lt;name&gt;/&lt;assets&gt;`. Loader resolves relative paths.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Development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RISKS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Development Plan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— named and mitigated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Refactors die when nobody writes the risks down. Here are the five that could derail us, and how each gets defused.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07568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75688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196596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takes 6+ months and apps break mid-flight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1874520"/>
            <a:ext cx="274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89320" y="1965960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 — every commit ships a working app. Never two failing at once. Bridge shim isolates.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33472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83464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34640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2724912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contract too narrow for some features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2633472"/>
            <a:ext cx="274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89320" y="2724912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escape hatches early (viewport.attach, controls passthrough). Refine the contract slot-by-slot, document each.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92424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593592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59359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17320" y="3483864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economics feel punitive on previously-free features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3392424"/>
            <a:ext cx="274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89320" y="3483864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features stay free in the registry. Only NEW heavy compute pays. Free quota generous. Admin bypass for testing.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151376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35254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352544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417320" y="4242816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/ OCCT version drift between apps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0" y="4151376"/>
            <a:ext cx="274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989320" y="4242816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in shared/lib/, single import map across the suite. CI check (when CI lands) verifies versions match.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111496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5111496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417320" y="5001768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 dedupe reveals subtle behaviour differences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69280" y="4910328"/>
            <a:ext cx="274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989320" y="5001768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matrix has a per-widget "behaviour diff" column. Decide winner up front. Track losers as feature flags during cutover.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66928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587044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5870448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417320" y="576072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Solo-founder bus factor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669280" y="5669280"/>
            <a:ext cx="274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989320" y="5760720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 lives in the repo. HANDOFF.md is canonical. Each widget self-documents (impl + demo + spec). Onboarding is `git clone &amp;&amp; npm i`.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Development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NEXT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Development Plan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six deliverables — in this order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these and the migration is unblocked. Each one is small, atomic, and gets pushed.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4712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11096"/>
            <a:ext cx="11247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993392"/>
            <a:ext cx="420624" cy="42062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93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011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FEATURE-MIGRATION-PLAN.md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874520"/>
            <a:ext cx="182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196596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inventory — ~150 rows × 3 apps. Source feature → target widget → priority → behaviour diff. Single source of truth.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96896"/>
            <a:ext cx="112471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33472"/>
            <a:ext cx="11247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715768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7157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2734056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shared/widget-registry.js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2596896"/>
            <a:ext cx="182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32120" y="2688336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manifest with { name, tier, minRole, freeQuota, cost, deps } for every planned widget. Token economics live here.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19272"/>
            <a:ext cx="11247120" cy="36576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355848"/>
            <a:ext cx="11247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438144"/>
            <a:ext cx="420624" cy="420624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4381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345643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shared/CONTRACT.md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319272"/>
            <a:ext cx="182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32120" y="3410712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widget-contract spec. Promote the inline draft to canonical. Every widget gets validated against it.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041648"/>
            <a:ext cx="112471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078224"/>
            <a:ext cx="11247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4160520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1605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88720" y="417880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widgets/viewport.js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4041648"/>
            <a:ext cx="182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32120" y="4133088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3D substrate. Once this lands, every other 3D widget can attach to it. Architectural keystone.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764024"/>
            <a:ext cx="1124712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4800600"/>
            <a:ext cx="11247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" y="4882896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48828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88720" y="490118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widgets/section-cut.js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57800" y="4764024"/>
            <a:ext cx="182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532120" y="4855464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shared-across-3-apps proof. Pull it from cycleCAD, run standalone, then have ExplodeView + Pentacad load the SAME widget.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5486400"/>
            <a:ext cx="11247120" cy="36576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5" name="Shape 43"/>
          <p:cNvSpPr/>
          <p:nvPr/>
        </p:nvSpPr>
        <p:spPr>
          <a:xfrm>
            <a:off x="457200" y="5522976"/>
            <a:ext cx="11247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" y="5605272"/>
            <a:ext cx="420624" cy="42062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" y="5605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88720" y="5623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walking the migration matrix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57800" y="5486400"/>
            <a:ext cx="182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532120" y="557784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here, work down the inventory in priority order. Each row = one widget. ~5–10 widgets per week sustainable cadence.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Development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CADENCE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Development Plan · v1.1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Two-stage build — skeleton, then widgets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lands the kernel + app shells + test runner + Docker stack as a single push. Stage 2 ships widgets one at a time — you test each, then we move to the next.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4864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37944"/>
            <a:ext cx="5486400" cy="401421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476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240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Skeleton — one push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2697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 of work · single combined commit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13639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063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shared/CONTRACT.md  +  widget-registry.js  +  auth.js stub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46557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39242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app shells (cycleCAD · ExplodeView · Pentacad · admin)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79476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7216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tests/runner.html  +  tests/CONTRACT.md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12394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507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workflows/workflow.schema.json  +  runner stub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45312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3799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server/meter (Fastify · fakes ledger)  +  bridge stub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78231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709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 +  INSTALL.md  +  CONTRIBUTING.md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349240"/>
            <a:ext cx="512064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/>
        </p:spPr>
      </p:sp>
      <p:sp>
        <p:nvSpPr>
          <p:cNvPr id="27" name="Shape 25"/>
          <p:cNvSpPr/>
          <p:nvPr/>
        </p:nvSpPr>
        <p:spPr>
          <a:xfrm>
            <a:off x="749808" y="544068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53492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GREEN-LIGHT GATE  </a:t>
            </a:r>
            <a:pPr indent="0" marL="0">
              <a:buNone/>
            </a:pPr>
            <a:r>
              <a:rPr lang="en-US" sz="11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you sign off Stage 1 before Stage 2 begins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1783080"/>
            <a:ext cx="54864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1837944"/>
            <a:ext cx="5486400" cy="401421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9476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2240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Widgets — one at a time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46520" y="2697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~115 widgets · you set the pace · 12 categories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30632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I write impl + demo + spec + registry entry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339242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I push (single combined command in your clipboard)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37216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You open the demo + spec, test 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40507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GREEN  →  I flip dashboard to "live", start next widget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437997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 ISSUES →  I fix, push, you re-test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4709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 Last widget in category? Review category as a whole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5349240"/>
            <a:ext cx="512064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/>
        </p:spPr>
      </p:sp>
      <p:sp>
        <p:nvSpPr>
          <p:cNvPr id="41" name="Shape 39"/>
          <p:cNvSpPr/>
          <p:nvPr/>
        </p:nvSpPr>
        <p:spPr>
          <a:xfrm>
            <a:off x="6510528" y="544068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6720840" y="53492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GREEN-LIGHT GATE  </a:t>
            </a:r>
            <a:pPr indent="0" marL="0">
              <a:buNone/>
            </a:pPr>
            <a:r>
              <a:rPr lang="en-US" sz="11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per-widget · you confirm before next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6016752"/>
            <a:ext cx="11247120" cy="411480"/>
          </a:xfrm>
          <a:prstGeom prst="roundRect">
            <a:avLst>
              <a:gd name="adj" fmla="val 22222"/>
            </a:avLst>
          </a:prstGeom>
          <a:solidFill>
            <a:srgbClr val="0E1117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6016752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 </a:t>
            </a:r>
            <a:pPr indent="0" marL="0">
              <a:buNone/>
            </a:pPr>
            <a:r>
              <a:rPr lang="en-US" sz="11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widget moves to "live" without your explicit thumbs-up.  You hold the pace.  Every push is fully reviewable.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91440" cy="14630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34640"/>
            <a:ext cx="91440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like Lego.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Tested like Lego.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like Lego.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widget runs alone. Every widget tests itself. Every widget gets a green dashboard row before the next one begins.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5943600"/>
            <a:ext cx="5486400" cy="41148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943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$CYCLE — pay-per-widget · admin runs free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cyclecad.com  ·  github.com/vvlars-cmd/cyclecad-suite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cycleCAD Suite — Development Plan</dc:title>
  <dc:subject>PptxGenJS Presentation</dc:subject>
  <dc:creator>Sachin Kumar</dc:creator>
  <cp:lastModifiedBy>Sachin Kumar</cp:lastModifiedBy>
  <cp:revision>1</cp:revision>
  <dcterms:created xsi:type="dcterms:W3CDTF">2026-04-26T14:06:29Z</dcterms:created>
  <dcterms:modified xsi:type="dcterms:W3CDTF">2026-04-26T14:06:29Z</dcterms:modified>
</cp:coreProperties>
</file>