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750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91440" cy="1463040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834640"/>
            <a:ext cx="91440" cy="1463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·  STAGE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skeleton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except the widgets — kernel · app shells · test runner · server · database · docker · docs.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push. ~16 hours of work. ~30 files. Zero widgets.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lands, the suite is ready to receive its first widget.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21208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1905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5303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" y="592531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 the push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73552" y="521208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1905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73552" y="5303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~16 h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10712" y="592531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push of 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07024" y="521208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07024" y="5303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44184" y="592531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services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40496" y="521208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F2937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40496" y="5303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677656" y="592531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gates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 Kumar  ·  cyclecad.com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Stage 1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STACK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Stage 1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stack — top to bottom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horizontal layers. Stage 1 lands every layer. None of them know about specific widgets — that comes in Stage 2.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91440" cy="84124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11155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874520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187452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baseplates  ·  thin HTML shells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196596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 ·  ExplodeView  ·  Pentacad  ·  admin    — each reads its manifest.json, mounts the kernel + assigned widgets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91440" cy="8412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2807208"/>
            <a:ext cx="11155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2807208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40280" y="2807208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~200 lines of plumbing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289864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  ·  meter (client)  ·  theme  ·  ui-primitives  ·  auth  ·  widget-registry  ·  three-imports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39896"/>
            <a:ext cx="91440" cy="841248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739896"/>
            <a:ext cx="11155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739896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3739896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standalone test infrastructure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383133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run-all aggregator  ·  test-contract spec    — populated with all ~115 widgets in stub state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672584"/>
            <a:ext cx="91440" cy="8412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4672584"/>
            <a:ext cx="11155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672584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40280" y="4672584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meter + bridge (Docker)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476402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(Fastify) — accepts charges, writes hash-chained ledger    ·    bridge (Python) — Rockhopper / LinuxCNC stub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605272"/>
            <a:ext cx="91440" cy="841248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" y="5605272"/>
            <a:ext cx="11155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5605272"/>
            <a:ext cx="1371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40280" y="5605272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  ·  minio  ·  redis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569671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7-table schema + seeds  ·  S3-compatible bucket  ·  cache (passive in Stage 1)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662940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0E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66294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docker-compose.yml  </a:t>
            </a:r>
            <a:r>
              <a:rPr lang="en-US" sz="11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every layer above. </a:t>
            </a:r>
            <a:r>
              <a:rPr lang="en-US" sz="1100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`docker compose up`</a:t>
            </a:r>
            <a:r>
              <a:rPr lang="en-US" sz="11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brings up the entire stack in &lt;90 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Stage 1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SCOPE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Stage 1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 ·  STUBBED  ·  OUT  —  the three columns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implementation now, hooks-only-now-impl-later, or out of scope until a later phase. No grey area.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47120" cy="329184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97480" y="18288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(real impl)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89320" y="182880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  (real impl later)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281160" y="182880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(deferred)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15798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+ contract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51760" y="21945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CONTRACT.md · widget-registry · loader · meter client · theme · ui-prim · auth · three-imports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43600" y="21945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235440" y="219456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523744"/>
            <a:ext cx="11247120" cy="36576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88950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252374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shells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51760" y="25603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manifest-driven shells · suite-nav · loading state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0" y="25603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empty until widget #1 lands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235440" y="25603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apps in legacy repos stay where they are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25526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288950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infrastructure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51760" y="29260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run-all aggregator · test-contract spec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3600" y="29260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235440" y="292608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/ visual regression CI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255264"/>
            <a:ext cx="11247120" cy="36576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62102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4360" y="325526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security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51760" y="329184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HMAC bypass · API-key gen + verify · `tenant_id` everywhere · hash-chained ledger writes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43600" y="329184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· SSO · per-widget ACL middleware (allow-all)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235440" y="32918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 prod hashing · SOC-2 · multi-region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398678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" y="362102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meter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651760" y="36576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/api/meter/charge · ledger writes · health endpoint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943600" y="36576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callback · Stripe webhook routes return 501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235440" y="365760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packs · payouts (Phase 10)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3986784"/>
            <a:ext cx="11247120" cy="36576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7200" y="435254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94360" y="398678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bridge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651760" y="40233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scaffold · mock-mode DRO stream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943600" y="40233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Rockhopper TCP · LinuxCNC HAL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235440" y="402336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fleet telemetry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" y="471830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94360" y="435254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(Postgres)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651760" y="43891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 · 001_init.sql migration · seed (1 admin, 115 widget rows)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943600" y="43891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235440" y="43891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· daily backups · prod tuning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57200" y="4718304"/>
            <a:ext cx="11247120" cy="36576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57200" y="508406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94360" y="471830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 (MinIO)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651760" y="47548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created · prefixes structured · pre-signed URL helper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943600" y="47548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9235440" y="475488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production bucket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57200" y="544982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94360" y="508406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(Redis)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651760" y="512064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running · meter can connect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943600" y="512064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actual cache logic — wires up when AI widgets ship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235440" y="512064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cache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57200" y="5449824"/>
            <a:ext cx="11247120" cy="36576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57200" y="581558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94360" y="544982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runner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651760" y="54864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workflow.schema.json · runner.js stub validates JSON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943600" y="54864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sequential / parallel executor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235440" y="548640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discounts · marketplace flows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57200" y="618134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94360" y="581558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setup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651760" y="58521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shared/lib/three-imports.js single-source-of-truth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943600" y="585216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9235440" y="585216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scene yet — viewport widget creates it (Stage 2 #1)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57200" y="6181344"/>
            <a:ext cx="11247120" cy="365760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57200" y="654710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94360" y="618134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stack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2651760" y="62179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+ 5 services + healthchecks + Makefile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943600" y="621792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9235440" y="62179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 (parked until trigger fires)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57200" y="6912864"/>
            <a:ext cx="11247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94360" y="654710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2651760" y="65836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INSTALL.md · CONTRIBUTING.md · HANDOFF · both decks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5943600" y="65836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per-widget README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9235440" y="658368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 (Phase 5+)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Stage 1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KERNEL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Stage 1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Kernel files — what lands in shared/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lines of plumbing total. Every widget snaps onto these. Stage 1 finalizes their public APIs and adds the new ones.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70891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270891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1993392"/>
            <a:ext cx="23797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spec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" y="2203704"/>
            <a:ext cx="2379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CONTRACT.md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2532888"/>
            <a:ext cx="2379726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2587752"/>
            <a:ext cx="2196846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documents init(opts) →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{api, on, destroy}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3218688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3154680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widget contract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465576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8096" y="3401568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mandatory test cases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712464"/>
            <a:ext cx="73152" cy="73152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8096" y="3648456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from README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03270" y="1874520"/>
            <a:ext cx="270891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03270" y="1920240"/>
            <a:ext cx="270891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67862" y="1993392"/>
            <a:ext cx="23797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manifest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67862" y="2203704"/>
            <a:ext cx="2379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widget-registry.js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67862" y="2532888"/>
            <a:ext cx="2379726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59302" y="2587752"/>
            <a:ext cx="2196846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export const registry =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"cam-nav": {tier, minRole, …}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86150" y="3218688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14166" y="3154680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~115 widget entries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86150" y="3465576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14166" y="3401568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stub/draft/live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86150" y="3712464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14166" y="3648456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· cost · deps · ACL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49340" y="1874520"/>
            <a:ext cx="270891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49340" y="1920240"/>
            <a:ext cx="270891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13932" y="1993392"/>
            <a:ext cx="23797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· harden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13932" y="2203704"/>
            <a:ext cx="2379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loader.js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13932" y="2532888"/>
            <a:ext cx="2379726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5372" y="2587752"/>
            <a:ext cx="2196846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 loadWidget(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"cam-nav", opts)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332220" y="3218688"/>
            <a:ext cx="73152" cy="73152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60236" y="3154680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ESM import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32220" y="3465576"/>
            <a:ext cx="73152" cy="73152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60236" y="3401568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manifest-driven preload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32220" y="3712464"/>
            <a:ext cx="73152" cy="73152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60236" y="3648456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weak-map cache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995410" y="1874520"/>
            <a:ext cx="270891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995410" y="1920240"/>
            <a:ext cx="270891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160002" y="1993392"/>
            <a:ext cx="23797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· harden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160002" y="2203704"/>
            <a:ext cx="2379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meter.js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160002" y="2532888"/>
            <a:ext cx="2379726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251442" y="2587752"/>
            <a:ext cx="2196846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 meter.charge(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widget, method, params)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178290" y="3218688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306306" y="3154680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HTTP to /api/meter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178290" y="3465576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306306" y="3401568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HMAC bypass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178290" y="3712464"/>
            <a:ext cx="73152" cy="7315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306306" y="3648456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 ledger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4069080"/>
            <a:ext cx="2708910" cy="457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57200" y="4114800"/>
            <a:ext cx="270891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21792" y="4187952"/>
            <a:ext cx="23797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· polish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1792" y="4398264"/>
            <a:ext cx="2379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theme.css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21792" y="4727448"/>
            <a:ext cx="2379726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13232" y="4782312"/>
            <a:ext cx="2196846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--ink · --gold · --teal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--emerald · --purple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0080" y="5413248"/>
            <a:ext cx="73152" cy="73152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68096" y="5349240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brand colors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40080" y="5660136"/>
            <a:ext cx="73152" cy="73152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68096" y="5596128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+ Calibri + Menlo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40080" y="5907024"/>
            <a:ext cx="73152" cy="73152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68096" y="5843016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4/8/16/24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303270" y="4069080"/>
            <a:ext cx="270891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303270" y="4114800"/>
            <a:ext cx="270891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467862" y="4187952"/>
            <a:ext cx="23797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· polish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467862" y="4398264"/>
            <a:ext cx="2379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ui-primitives.js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3467862" y="4727448"/>
            <a:ext cx="2379726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559302" y="4782312"/>
            <a:ext cx="2196846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Toast.show(msg, kind)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Modal.open({title,body})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486150" y="5413248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614166" y="5349240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· Modal · Popover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486150" y="5660136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614166" y="5596128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Dropzone overlay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486150" y="5907024"/>
            <a:ext cx="73152" cy="7315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614166" y="5843016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deps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149340" y="4069080"/>
            <a:ext cx="2708910" cy="45720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149340" y="4114800"/>
            <a:ext cx="270891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6313932" y="4187952"/>
            <a:ext cx="23797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stub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313932" y="4398264"/>
            <a:ext cx="2379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auth.js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6313932" y="4727448"/>
            <a:ext cx="2379726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405372" y="4782312"/>
            <a:ext cx="2196846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auth.adminKey()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auth.verify(req)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6332220" y="5413248"/>
            <a:ext cx="73152" cy="73152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460236" y="5349240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HMAC works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332220" y="5660136"/>
            <a:ext cx="73152" cy="73152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460236" y="5596128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gen + verify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332220" y="5907024"/>
            <a:ext cx="73152" cy="73152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6460236" y="5843016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route stubs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8995410" y="4069080"/>
            <a:ext cx="2708910" cy="45720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8995410" y="4114800"/>
            <a:ext cx="270891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9160002" y="4187952"/>
            <a:ext cx="237972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pin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9160002" y="4398264"/>
            <a:ext cx="23797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lib/three-imports.js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9160002" y="4727448"/>
            <a:ext cx="2379726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9251442" y="4782312"/>
            <a:ext cx="2196846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export { THREE,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OrbitControls, …}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9178290" y="5413248"/>
            <a:ext cx="73152" cy="73152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9306306" y="5349240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Three.js version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9178290" y="5660136"/>
            <a:ext cx="73152" cy="73152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9306306" y="5596128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vendored bvh-csg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9178290" y="5907024"/>
            <a:ext cx="73152" cy="73152"/>
          </a:xfrm>
          <a:prstGeom prst="ellipse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9306306" y="5843016"/>
            <a:ext cx="22517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 drift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Stage 1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APP SHELLS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Stage 1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baseplates · slim shells · empty viewports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gets ~150 lines of HTML — top nav + viewport host div + manifest read. The shells boot Stage 1 looking empty. They fill up as widgets ship.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70891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929384"/>
            <a:ext cx="2708910" cy="40599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39112"/>
            <a:ext cx="23431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cycleCAD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2441448"/>
            <a:ext cx="23431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CAD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2788920"/>
            <a:ext cx="2379726" cy="15544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" y="2862072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286207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0120" y="286207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70432" y="2825496"/>
            <a:ext cx="18310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apps/cycleCAD/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31520" y="3118104"/>
            <a:ext cx="216027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118104"/>
            <a:ext cx="21602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· empty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(widget #1 fills this)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" y="4480560"/>
            <a:ext cx="2379726" cy="12801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4553712"/>
            <a:ext cx="21602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91456"/>
            <a:ext cx="216027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preload: [viewport, cam-nav, sketch-line, …]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lazy:    [extrude, fillet, ai-copilot, …]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03270" y="1874520"/>
            <a:ext cx="2708910" cy="54864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03270" y="1929384"/>
            <a:ext cx="2708910" cy="40599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86150" y="2039112"/>
            <a:ext cx="23431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AF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ExplodeView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486150" y="2441448"/>
            <a:ext cx="23431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viewer + 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67862" y="2788920"/>
            <a:ext cx="2379726" cy="15544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531870" y="2862072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69030" y="286207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06190" y="286207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16502" y="2825496"/>
            <a:ext cx="18310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apps/ExplodeView/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577590" y="3118104"/>
            <a:ext cx="216027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77590" y="3118104"/>
            <a:ext cx="21602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· empty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(widget #1 fills this)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67862" y="4480560"/>
            <a:ext cx="2379726" cy="12801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77590" y="4553712"/>
            <a:ext cx="21602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77590" y="4791456"/>
            <a:ext cx="216027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preload: [viewport, cam-nav, explode-slider]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lazy:    [ai-render, ar-mode, bom-export, …]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49340" y="1874520"/>
            <a:ext cx="270891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49340" y="1929384"/>
            <a:ext cx="2708910" cy="40599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32220" y="2039112"/>
            <a:ext cx="23431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Pentacad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332220" y="2441448"/>
            <a:ext cx="23431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+ 5-axis sim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13932" y="2788920"/>
            <a:ext cx="2379726" cy="15544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377940" y="2862072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515100" y="286207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652260" y="286207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62572" y="2825496"/>
            <a:ext cx="18310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apps/Pentacad/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423660" y="3118104"/>
            <a:ext cx="216027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23660" y="3118104"/>
            <a:ext cx="21602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· empty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(widget #1 fills this)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13932" y="4480560"/>
            <a:ext cx="2379726" cy="12801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23660" y="4553712"/>
            <a:ext cx="21602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23660" y="4791456"/>
            <a:ext cx="216027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preload: [viewport, cam-nav, dro, gcode-editor]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lazy:    [sim-executor, rockhopper-bridge, jog-pad]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995410" y="1874520"/>
            <a:ext cx="2708910" cy="54864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995410" y="1929384"/>
            <a:ext cx="2708910" cy="405993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178290" y="2039112"/>
            <a:ext cx="23431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9178290" y="2441448"/>
            <a:ext cx="23431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160002" y="2788920"/>
            <a:ext cx="2379726" cy="15544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224010" y="2862072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361170" y="286207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9498330" y="2862072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708642" y="2825496"/>
            <a:ext cx="18310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B55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apps/admin/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269730" y="3118104"/>
            <a:ext cx="216027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269730" y="3118104"/>
            <a:ext cx="216027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· empty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(widget #1 fills this)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160002" y="4480560"/>
            <a:ext cx="2379726" cy="12801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269730" y="4553712"/>
            <a:ext cx="21602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manifest.json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269730" y="4791456"/>
            <a:ext cx="216027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preload: [admin-overview, admin-users]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lazy:    [admin-tokens, admin-audit, admin-stats, …]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Stage 1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TESTS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Stage 1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runner — populated from day one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renders all ~115 widgets. cam-nav and dro are already live (✓). Every other widget shows as stub until Stage 2 brings it online.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929384"/>
            <a:ext cx="11247120" cy="43799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057400"/>
            <a:ext cx="10698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tests/index.html — Widget testbed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404872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widget runs alone. Click Demo for the visible page; Test for the spec runner.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1280160" cy="310896"/>
          </a:xfrm>
          <a:prstGeom prst="roundRect">
            <a:avLst>
              <a:gd name="adj" fmla="val 11765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TESTS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48840" y="2779776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48840" y="277977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2779776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0" y="277977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2779776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37560" y="277977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1920" y="274320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9536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 ·  </a:t>
            </a: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stub  </a:t>
            </a: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(115 total)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77240" y="329184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343357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97280" y="3246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cam-nav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20440" y="337870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20440" y="337870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43400" y="329184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480560" y="3433572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3246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dro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86600" y="337870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86600" y="337870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909560" y="329184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046720" y="3433572"/>
            <a:ext cx="128016" cy="12801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0" y="32461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viewport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652760" y="337870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652760" y="337870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7240" y="379476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14400" y="3936492"/>
            <a:ext cx="128016" cy="12801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97280" y="3749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grid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520440" y="388162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20440" y="388162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43400" y="379476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480560" y="3936492"/>
            <a:ext cx="128016" cy="12801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63440" y="3749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axes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086600" y="388162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086600" y="388162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909560" y="379476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046720" y="3936492"/>
            <a:ext cx="128016" cy="12801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229600" y="37490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lights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652760" y="388162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652760" y="388162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77240" y="429768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14400" y="4439412"/>
            <a:ext cx="128016" cy="12801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97280" y="4251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picking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520440" y="438454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520440" y="43845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343400" y="429768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480560" y="4439412"/>
            <a:ext cx="128016" cy="12801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663440" y="4251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section-cut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086600" y="438454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086600" y="43845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909560" y="429768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046720" y="4439412"/>
            <a:ext cx="128016" cy="12801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229600" y="42519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wireframe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0652760" y="438454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0652760" y="438454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77240" y="480060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14400" y="4942332"/>
            <a:ext cx="128016" cy="12801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1097280" y="47548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fit-to-selection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520440" y="488746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520440" y="488746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343400" y="480060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480560" y="4942332"/>
            <a:ext cx="128016" cy="12801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663440" y="47548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086600" y="488746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086600" y="488746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909560" y="4800600"/>
            <a:ext cx="3474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8046720" y="4942332"/>
            <a:ext cx="128016" cy="128016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229600" y="47548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isolate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10652760" y="488746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0652760" y="488746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31520" y="59436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103 more widgets in stub state (Stage 2 brings them online)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Stage 1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DOCKER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Stage 1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compose up — five services, one command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boots the entire backend stack on any machine. &lt;90 s cold start. Postgres seeds the schema. MinIO creates the bucket. Healthchecks gate readiness.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" y="1920240"/>
            <a:ext cx="1956816" cy="2103120"/>
          </a:xfrm>
          <a:prstGeom prst="roundRect">
            <a:avLst>
              <a:gd name="adj" fmla="val 4673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1956816" cy="210312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1956816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65176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· ledger · workflows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20040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 · seeded · pgdata volume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773936" cy="1828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1773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:5432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14016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16352" y="1920240"/>
            <a:ext cx="1956816" cy="2103120"/>
          </a:xfrm>
          <a:prstGeom prst="roundRect">
            <a:avLst>
              <a:gd name="adj" fmla="val 4673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79776" y="1874520"/>
            <a:ext cx="1956816" cy="210312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905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79776" y="1874520"/>
            <a:ext cx="1956816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71216" y="205740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71216" y="2377440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latest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71216" y="265176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store (S3 API)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71216" y="320040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cyclecad · prefixes per tenant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71216" y="3703320"/>
            <a:ext cx="1773936" cy="182880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71216" y="3703320"/>
            <a:ext cx="1773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:9000 / 9001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36592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138928" y="1920240"/>
            <a:ext cx="1956816" cy="2103120"/>
          </a:xfrm>
          <a:prstGeom prst="roundRect">
            <a:avLst>
              <a:gd name="adj" fmla="val 4673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102352" y="1874520"/>
            <a:ext cx="1956816" cy="210312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102352" y="1874520"/>
            <a:ext cx="1956816" cy="54864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93792" y="205740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93792" y="2377440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7-alpine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93792" y="265176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· sessions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93792" y="320040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in Stage 1 · wires up later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93792" y="3703320"/>
            <a:ext cx="1773936" cy="18288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193792" y="3703320"/>
            <a:ext cx="1773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:6379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59168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461504" y="1920240"/>
            <a:ext cx="1956816" cy="2103120"/>
          </a:xfrm>
          <a:prstGeom prst="roundRect">
            <a:avLst>
              <a:gd name="adj" fmla="val 4673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424928" y="1874520"/>
            <a:ext cx="1956816" cy="210312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424928" y="1874520"/>
            <a:ext cx="1956816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516368" y="205740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16368" y="2377440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Fastify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16368" y="265176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 /api/meter/charge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516368" y="320040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ledger writes · admin bypass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16368" y="3703320"/>
            <a:ext cx="1773936" cy="1828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516368" y="3703320"/>
            <a:ext cx="1773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381744" y="2788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784080" y="1920240"/>
            <a:ext cx="1956816" cy="2103120"/>
          </a:xfrm>
          <a:prstGeom prst="roundRect">
            <a:avLst>
              <a:gd name="adj" fmla="val 4673"/>
            </a:avLst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747504" y="1874520"/>
            <a:ext cx="1956816" cy="210312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747504" y="1874520"/>
            <a:ext cx="1956816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838944" y="2057400"/>
            <a:ext cx="17739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838944" y="2377440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838944" y="265176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Rockhopper / LinuxCNC stub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838944" y="320040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mock-mode WebSocket · DRO at 30 Hz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838944" y="3703320"/>
            <a:ext cx="1773936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838944" y="3703320"/>
            <a:ext cx="17739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:9090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" y="4251960"/>
            <a:ext cx="112471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57200" y="4306824"/>
            <a:ext cx="11247120" cy="12801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0080" y="47548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docker compose up -d
</a:t>
            </a:r>
            <a:r>
              <a:rPr lang="en-US" sz="1000" dirty="0">
                <a:solidFill>
                  <a:srgbClr val="BBC2C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[+] Running 5/5  ✓ postgres healthy  ✓ minio healthy  ✓ redis healthy
                    ✓ meter healthy   ✓ bridge healthy
</a:t>
            </a:r>
            <a:r>
              <a:rPr lang="en-US" sz="1000" dirty="0">
                <a:solidFill>
                  <a:srgbClr val="10B98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curl localhost:8080/api/health
</a:t>
            </a: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{"ok":true,"db":"up","s3":"up","redis":"up"}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Stage 1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DATABASE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Stage 1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 — 7 tables, seeded, hash-chained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001_init.sql brings up the full Stage 1 schema. The ledger is real and append-only — every meter charge writes a row with a hash chain.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6576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1993392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tenants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2258568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orgs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" y="2468880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  ·  name  ·  plan  ·  created_at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51960" y="1874520"/>
            <a:ext cx="36576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51960" y="192024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16552" y="1993392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16552" y="2258568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+ admin users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16552" y="2468880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  ·  tenant_id  ·  email  ·  role  ·  created_at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0" y="1874520"/>
            <a:ext cx="36576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46720" y="1920240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11312" y="1993392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api_keys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11312" y="2258568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/ per-agent keys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11312" y="2468880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hash  ·  tenant_id  ·  user_id  ·  scopes[]  ·  revoked_at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56432"/>
            <a:ext cx="36576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3502152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" y="3575304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widgets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" y="3840480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mirror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" y="4050792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name  ·  min_role  ·  cost::jsonb  ·  status  ·  version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3456432"/>
            <a:ext cx="36576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51960" y="3502152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16552" y="3575304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workflows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16552" y="3840480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workflow defs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16552" y="4050792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  ·  tenant_id  ·  json  ·  author  ·  created_at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46720" y="3456432"/>
            <a:ext cx="36576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046720" y="3502152"/>
            <a:ext cx="3657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211312" y="3575304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workflow_runs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11312" y="3840480"/>
            <a:ext cx="3328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history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11312" y="4050792"/>
            <a:ext cx="33284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  ·  workflow_id  ·  status  ·  total_cost  ·  started_at  ·  finished_at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5084064"/>
            <a:ext cx="112471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7200" y="5138928"/>
            <a:ext cx="11247120" cy="1417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" y="524865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 ·  hash-chained · append-only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554126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 · ts · tenant_id · actor · role · widget · method · params_hash · cost · balance · prev_hash · hash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5861304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meter call writes one row · </a:t>
            </a:r>
            <a:r>
              <a:rPr lang="en-US" sz="1000" dirty="0">
                <a:solidFill>
                  <a:srgbClr val="F0ABF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sha256(prev_hash || actor || widget || cost || ts || params_hash) → hash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bypass still writes — cost=0, actor=admin_root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`audit:verify` script walks the chain end-to-end at any time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Stage 1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SECURITY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Stage 1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&amp; security — what works on day one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HMAC + API keys are real. Hash-chained ledger is real. OAuth + ACL middleware exist as stubs — hooks in place, allow-all by default — until Phase 3 hardens them.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929384"/>
            <a:ext cx="3657600" cy="41970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039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 ·  in Stage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244144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37744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HMAC bypass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61518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key · cost=0 · receipt logged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304495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298094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generation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21868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at rest (sha256 in S1; argon2 later)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" y="364845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358444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verification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82219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middleware checks every request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" y="425196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18795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ledger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42569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charge writes prev_hash → hash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8368" y="485546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479145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tenant_id everywhere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502920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+ S3 prefix scoped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8368" y="545896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539496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audit:verify script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63270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chain end-to-end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51960" y="187452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51960" y="1929384"/>
            <a:ext cx="3657600" cy="41970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34840" y="2039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STUBBED  ·  later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53128" y="244144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17720" y="237744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(Google)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17720" y="261518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returns 501 · UI shows "use admin key"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53128" y="30449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17720" y="298094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(GitHub)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17720" y="321868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— placeholder route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453128" y="364845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17720" y="358444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/ OIDC SSO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17720" y="382219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· stub config UI only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453128" y="42519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17720" y="418795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Per-widget ACL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17720" y="442569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exists, allows everything by default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453128" y="485546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17720" y="479145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Free-quota tracker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17720" y="502920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 DB, no enforcement yet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453128" y="545896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17720" y="539496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webhook routes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617720" y="563270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· no token packs yet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046720" y="1874520"/>
            <a:ext cx="3657600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046720" y="1929384"/>
            <a:ext cx="3657600" cy="41970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229600" y="2039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·  Phase 3+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247888" y="2441448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412480" y="237744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 production hashing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412480" y="261518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upgrade from sha256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247888" y="3044952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412480" y="298094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Stripe / USDC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412480" y="3218688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 · token packs go live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247888" y="364845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412480" y="358444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cross-talk tests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412480" y="382219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pen-test before SaaS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247888" y="4251960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412480" y="418795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SOC-2 evidence bundle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412480" y="4425696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export N rows + chain proof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247888" y="4855464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412480" y="479145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right-to-erasure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412480" y="5029200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admin-compliance widget · Wave 2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247888" y="5458968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412480" y="539496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failover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412480" y="5632704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· only when scale demands it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Stage 1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ACCEPTANCE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Stage 1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tests you click — then you green-light Stage 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is "done" only when these five pass. They are the criteria for the green-light gate.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11247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91440" cy="84124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043684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0436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19659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apps boot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371600" y="2286000"/>
            <a:ext cx="3108960" cy="33832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17320" y="229514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python3 -m http.server 8765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17720" y="1965960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localhost:8765/apps/cyclecad/  →  empty viewport, suite-nav top bar, console clean.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 /apps/explodeview/, /apps/pentacad/, /apps/admin/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61488"/>
            <a:ext cx="11247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761488"/>
            <a:ext cx="91440" cy="8412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2930652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29306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28529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dashboard renders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71600" y="3172968"/>
            <a:ext cx="3108960" cy="33832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17320" y="31821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 localhost:8765/tests/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17720" y="2852928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~115 widget cards.  cam-nav · dro show LIVE.  All others STUB.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"Run all"  →  2/115 pass.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48456"/>
            <a:ext cx="11247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3648456"/>
            <a:ext cx="91440" cy="8412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3232" y="38176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3232" y="38176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371600" y="373989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stack boots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371600" y="4059936"/>
            <a:ext cx="3108960" cy="33832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417320" y="4069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docker compose up -d  &amp;&amp;  docker compose ps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17720" y="3739896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services healthy in &lt;90 s — postgres · minio · redis · meter · bridge.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535424"/>
            <a:ext cx="11247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4535424"/>
            <a:ext cx="91440" cy="8412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3232" y="4704588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3232" y="47045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371600" y="46268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Meter accepts a charge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371600" y="4946904"/>
            <a:ext cx="3108960" cy="33832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417320" y="49560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curl -X POST localhost:8080/api/meter/charge \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-H "X-Admin-Key: rk_test_admin" \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-d '{"widget":"cam-nav","method":"snap"}'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17720" y="4626864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200 OK · receipt with hash chain · row in ledger table.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422392"/>
            <a:ext cx="112471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7200" y="5422392"/>
            <a:ext cx="91440" cy="841248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13232" y="5591556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13232" y="55915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371600" y="55138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 are clear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371600" y="5833872"/>
            <a:ext cx="3108960" cy="33832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417320" y="584301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open INSTALL.md  +  CONTRIBUTING.md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617720" y="5513832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 could copy widgets/cam-nav.js + tests/widgets/cam-nav.* and add a new widget without asking.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 —  Stage 1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TIME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 Suite Stage 1 ·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5379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13232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budget — one focused push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≈ 16 hours of work. Single combined commit. You review the whole thing in one sitting and either green-light or send back diffs.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91440" cy="32918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10241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1874520"/>
            <a:ext cx="8869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shared/CONTRACT.md  +  widget-registry.js (~115 entries)  +  tests/CONTRACT.md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835640" y="1874520"/>
            <a:ext cx="914400" cy="329184"/>
          </a:xfrm>
          <a:prstGeom prst="roundRect">
            <a:avLst>
              <a:gd name="adj" fmla="val 11111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835640" y="187452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1.5 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91440" cy="329184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2240280"/>
            <a:ext cx="10241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2240280"/>
            <a:ext cx="8869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shared/auth.js stub  +  admin HMAC  +  API-key gen + verify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835640" y="2240280"/>
            <a:ext cx="914400" cy="329184"/>
          </a:xfrm>
          <a:prstGeom prst="roundRect">
            <a:avLst>
              <a:gd name="adj" fmla="val 11111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835640" y="224028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1.0 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91440" cy="329184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2606040"/>
            <a:ext cx="10241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2606040"/>
            <a:ext cx="8869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shared/lib/three-imports.js (single-source-of-truth pin)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835640" y="2606040"/>
            <a:ext cx="914400" cy="329184"/>
          </a:xfrm>
          <a:prstGeom prst="roundRect">
            <a:avLst>
              <a:gd name="adj" fmla="val 11111"/>
            </a:avLst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835640" y="260604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0.5 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71800"/>
            <a:ext cx="91440" cy="32918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2971800"/>
            <a:ext cx="10241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2971800"/>
            <a:ext cx="8869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 shells  +  manifests  +  suite-nav  +  loading state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835640" y="2971800"/>
            <a:ext cx="914400" cy="329184"/>
          </a:xfrm>
          <a:prstGeom prst="roundRect">
            <a:avLst>
              <a:gd name="adj" fmla="val 11111"/>
            </a:avLst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835640" y="297180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2.0 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337560"/>
            <a:ext cx="91440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" y="3337560"/>
            <a:ext cx="10241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3232" y="3337560"/>
            <a:ext cx="8869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tests/runner.html aggregator  +  dashboard polish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835640" y="3337560"/>
            <a:ext cx="914400" cy="329184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835640" y="333756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1.0 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91440" cy="32918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8640" y="3703320"/>
            <a:ext cx="10241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3232" y="3703320"/>
            <a:ext cx="8869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workflows/workflow.schema.json  +  runner stub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835640" y="3703320"/>
            <a:ext cx="914400" cy="329184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835640" y="370332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1.0 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069080"/>
            <a:ext cx="91440" cy="32918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48640" y="4069080"/>
            <a:ext cx="10241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13232" y="4069080"/>
            <a:ext cx="8869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server/meter (Fastify)  +  Postgres migration  +  ledger writes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835640" y="4069080"/>
            <a:ext cx="914400" cy="329184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0835640" y="406908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3.0 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434840"/>
            <a:ext cx="91440" cy="32918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48640" y="4434840"/>
            <a:ext cx="10241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13232" y="4434840"/>
            <a:ext cx="8869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server/bridge stub (Python)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835640" y="4434840"/>
            <a:ext cx="914400" cy="329184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835640" y="443484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0.5 h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800600"/>
            <a:ext cx="91440" cy="32918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48640" y="4800600"/>
            <a:ext cx="10241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13232" y="4800600"/>
            <a:ext cx="8869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  +  Dockerfiles  +  healthchecks  +  Makefile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0835640" y="4800600"/>
            <a:ext cx="914400" cy="329184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835640" y="480060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2.0 h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5166360"/>
            <a:ext cx="91440" cy="32918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48640" y="5166360"/>
            <a:ext cx="10241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13232" y="5166360"/>
            <a:ext cx="8869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INSTALL.md  +  CONTRIBUTING.md  +  README + HANDOFF refresh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0835640" y="5166360"/>
            <a:ext cx="914400" cy="329184"/>
          </a:xfrm>
          <a:prstGeom prst="roundRect">
            <a:avLst>
              <a:gd name="adj" fmla="val 11111"/>
            </a:avLst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835640" y="516636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1.5 h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" y="5532120"/>
            <a:ext cx="91440" cy="329184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48640" y="5532120"/>
            <a:ext cx="10241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13232" y="5532120"/>
            <a:ext cx="8869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smoke test  +  fix surfaced bugs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0835640" y="5532120"/>
            <a:ext cx="914400" cy="329184"/>
          </a:xfrm>
          <a:prstGeom prst="roundRect">
            <a:avLst>
              <a:gd name="adj" fmla="val 11111"/>
            </a:avLst>
          </a:prstGeom>
          <a:solidFill>
            <a:srgbClr val="E11D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0835640" y="553212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2.0 h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5943600"/>
            <a:ext cx="11292840" cy="457200"/>
          </a:xfrm>
          <a:prstGeom prst="rect">
            <a:avLst/>
          </a:prstGeom>
          <a:solidFill>
            <a:srgbClr val="0E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13232" y="594360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0835640" y="6007608"/>
            <a:ext cx="914400" cy="329184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0835640" y="600760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~16 h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57200" y="6583680"/>
            <a:ext cx="11247120" cy="41148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40080" y="65836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push.  fully reviewable.  green-light gate before Stage 2.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91440" cy="1463040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2834640"/>
            <a:ext cx="91440" cy="1463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laid.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Widgets next.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Stage 1 lands, the kernel is finalized · the apps boot · the tests aggregate · the ledger writes · the docker stack hums.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hit the 5 acceptance gates.  If green, we start Stage 2 widget #1 — viewport.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BB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red, we fix and re-push.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5852160"/>
            <a:ext cx="4572000" cy="41148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 GREEN-LIGHT GATE  →  STAGE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cyclecad.com  ·  github.com/vvlars-cmd/cyclecad-suite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2579</Words>
  <Application>Microsoft Macintosh PowerPoint</Application>
  <PresentationFormat>Widescreen</PresentationFormat>
  <Paragraphs>429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Georgia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cycleCAD Suite — Stage 1 Architecture</dc:title>
  <dc:subject>PptxGenJS Presentation</dc:subject>
  <dc:creator>Sachin Kumar</dc:creator>
  <cp:lastModifiedBy>Sachin Kumar</cp:lastModifiedBy>
  <cp:revision>1</cp:revision>
  <dcterms:created xsi:type="dcterms:W3CDTF">2026-04-26T14:37:53Z</dcterms:created>
  <dcterms:modified xsi:type="dcterms:W3CDTF">2026-04-26T17:54:25Z</dcterms:modified>
</cp:coreProperties>
</file>