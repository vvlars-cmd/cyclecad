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 Microkernel · B-Rep Kernel · 21 Modules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137160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3200400"/>
            <a:ext cx="137160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6032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3200400"/>
            <a:ext cx="137160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200400"/>
            <a:ext cx="137160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Agents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· CLI REPL · MCP Server · REST API · WebSocket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57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0428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 · B-Rep Kernel · 21 Modules · Event Bus · Command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063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OpenCascade.js · WebGL · IndexedDB · WebRTC · Docker Services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Hot-swappable modules · Pub/sub event system · 55+ commands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 Microkernel (~300 lines)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Registry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activate, deactivate, hot-swap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1148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1554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pub/sub, wildcards, namespaced events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1148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commands, 10 namespaces, JSON-RPC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651760"/>
            <a:ext cx="411480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3108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budget, LRU eviction, gc tracking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Modules (29,676 Lines)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731520"/>
          </a:xfrm>
          <a:prstGeom prst="roundRect">
            <a:avLst/>
          </a:prstGeom>
          <a:solidFill>
            <a:srgbClr val="3B82F6">
              <a:alpha val="8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1005840"/>
            <a:ext cx="1554480" cy="731520"/>
          </a:xfrm>
          <a:prstGeom prst="roundRect">
            <a:avLst/>
          </a:prstGeom>
          <a:solidFill>
            <a:srgbClr val="3B82F6">
              <a:alpha val="8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49040" y="1005840"/>
            <a:ext cx="1554480" cy="731520"/>
          </a:xfrm>
          <a:prstGeom prst="roundRect">
            <a:avLst/>
          </a:prstGeom>
          <a:solidFill>
            <a:srgbClr val="3B82F6">
              <a:alpha val="8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94960" y="1005840"/>
            <a:ext cx="1554480" cy="731520"/>
          </a:xfrm>
          <a:prstGeom prst="roundRect">
            <a:avLst/>
          </a:prstGeom>
          <a:solidFill>
            <a:srgbClr val="3B82F6">
              <a:alpha val="8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brep-kernel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1005840"/>
            <a:ext cx="1554480" cy="731520"/>
          </a:xfrm>
          <a:prstGeom prst="round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1554480" cy="731520"/>
          </a:xfrm>
          <a:prstGeom prst="round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1874520"/>
            <a:ext cx="1554480" cy="731520"/>
          </a:xfrm>
          <a:prstGeom prst="round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1874520"/>
            <a:ext cx="1554480" cy="731520"/>
          </a:xfrm>
          <a:prstGeom prst="round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1874520"/>
            <a:ext cx="1554480" cy="731520"/>
          </a:xfrm>
          <a:prstGeom prst="round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1874520"/>
            <a:ext cx="1554480" cy="731520"/>
          </a:xfrm>
          <a:prstGeom prst="roundRect">
            <a:avLst/>
          </a:prstGeom>
          <a:solidFill>
            <a:srgbClr val="8B5CF6">
              <a:alpha val="8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1554480" cy="731520"/>
          </a:xfrm>
          <a:prstGeom prst="roundRect">
            <a:avLst/>
          </a:prstGeom>
          <a:solidFill>
            <a:srgbClr val="8B5CF6">
              <a:alpha val="8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2743200"/>
            <a:ext cx="1554480" cy="731520"/>
          </a:xfrm>
          <a:prstGeom prst="roundRect">
            <a:avLst/>
          </a:prstGeom>
          <a:solidFill>
            <a:srgbClr val="8B5CF6">
              <a:alpha val="8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data-mgmt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2743200"/>
            <a:ext cx="1554480" cy="731520"/>
          </a:xfrm>
          <a:prstGeom prst="roundRect">
            <a:avLst/>
          </a:prstGeom>
          <a:solidFill>
            <a:srgbClr val="8B5CF6">
              <a:alpha val="8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file-formats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2743200"/>
            <a:ext cx="1554480" cy="731520"/>
          </a:xfrm>
          <a:prstGeom prst="round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2743200"/>
            <a:ext cx="1554480" cy="731520"/>
          </a:xfrm>
          <a:prstGeom prst="round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plugin-api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1554480" cy="731520"/>
          </a:xfrm>
          <a:prstGeom prst="round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mesh-tools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3120" y="3611880"/>
            <a:ext cx="1554480" cy="731520"/>
          </a:xfrm>
          <a:prstGeom prst="round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49040" y="3611880"/>
            <a:ext cx="1554480" cy="731520"/>
          </a:xfrm>
          <a:prstGeom prst="round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3611880"/>
            <a:ext cx="1554480" cy="731520"/>
          </a:xfrm>
          <a:prstGeom prst="round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3611880"/>
            <a:ext cx="1554480" cy="731520"/>
          </a:xfrm>
          <a:prstGeom prst="roundRect">
            <a:avLst/>
          </a:prstGeom>
          <a:solidFill>
            <a:srgbClr val="06B6D4">
              <a:alpha val="85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help-system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B-Rep Kernel (OpenCascade.js)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3383280" cy="457200"/>
          </a:xfrm>
          <a:prstGeom prst="roundRect">
            <a:avLst/>
          </a:prstGeom>
          <a:solidFill>
            <a:srgbClr val="0284C7">
              <a:alpha val="90000"/>
            </a:srgbClr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3383280" cy="457200"/>
          </a:xfrm>
          <a:prstGeom prst="roundRect">
            <a:avLst/>
          </a:prstGeom>
          <a:solidFill>
            <a:srgbClr val="0284C7">
              <a:alpha val="90000"/>
            </a:srgbClr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3383280" cy="457200"/>
          </a:xfrm>
          <a:prstGeom prst="roundRect">
            <a:avLst/>
          </a:prstGeom>
          <a:solidFill>
            <a:srgbClr val="0284C7">
              <a:alpha val="90000"/>
            </a:srgbClr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Tessellation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246120"/>
            <a:ext cx="3383280" cy="457200"/>
          </a:xfrm>
          <a:prstGeom prst="roundRect">
            <a:avLst/>
          </a:prstGeom>
          <a:solidFill>
            <a:srgbClr val="0284C7">
              <a:alpha val="90000"/>
            </a:srgbClr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97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Primitives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 Operations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Import/Export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Mass Properties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Dispatch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Engine — 17 Tools + 12 Constraints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74520" y="100584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100584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164592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164592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64592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64592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43800" y="164592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74520" y="228600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28600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28600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286000"/>
            <a:ext cx="1280160" cy="548640"/>
          </a:xfrm>
          <a:prstGeom prst="roundRect">
            <a:avLst/>
          </a:prstGeom>
          <a:solidFill>
            <a:srgbClr val="0284C7">
              <a:alpha val="8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200400"/>
            <a:ext cx="822960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Constraint Types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Coincident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031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Horizontal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747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Vertical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Perpendicular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895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Tangent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" y="4114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03120" y="4114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74720" y="4114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Concentric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4114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Symmetric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4114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89520" y="4114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Operations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Extrude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Revolve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Sweep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Shell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Draft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Thread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Split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65176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508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 Joint Types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1783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Interference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057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Exploded Views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331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Motion Study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606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880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Constraints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914400"/>
            <a:ext cx="265176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1508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Orthographic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783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Section 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Detail View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GD&amp;T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606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Title Blocks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880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PDF/DXF Export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CAM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3383280" cy="411480"/>
          </a:xfrm>
          <a:prstGeom prst="roundRect">
            <a:avLst/>
          </a:prstGeom>
          <a:solidFill>
            <a:srgbClr val="3B82F6">
              <a:alpha val="8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Static Stress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3383280" cy="411480"/>
          </a:xfrm>
          <a:prstGeom prst="roundRect">
            <a:avLst/>
          </a:prstGeom>
          <a:solidFill>
            <a:srgbClr val="3B82F6">
              <a:alpha val="8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468880"/>
            <a:ext cx="3383280" cy="411480"/>
          </a:xfrm>
          <a:prstGeom prst="roundRect">
            <a:avLst/>
          </a:prstGeom>
          <a:solidFill>
            <a:srgbClr val="3B82F6">
              <a:alpha val="8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971800"/>
            <a:ext cx="3383280" cy="411480"/>
          </a:xfrm>
          <a:prstGeom prst="roundRect">
            <a:avLst/>
          </a:prstGeom>
          <a:solidFill>
            <a:srgbClr val="3B82F6">
              <a:alpha val="8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97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463040"/>
            <a:ext cx="3474720" cy="301752"/>
          </a:xfrm>
          <a:prstGeom prst="round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481328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1810512"/>
            <a:ext cx="3474720" cy="301752"/>
          </a:xfrm>
          <a:prstGeom prst="round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28800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157984"/>
            <a:ext cx="3474720" cy="301752"/>
          </a:xfrm>
          <a:prstGeom prst="round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176272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505456"/>
            <a:ext cx="3474720" cy="301752"/>
          </a:xfrm>
          <a:prstGeom prst="round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523744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852928"/>
            <a:ext cx="3474720" cy="301752"/>
          </a:xfrm>
          <a:prstGeom prst="round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71216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200400"/>
            <a:ext cx="3474720" cy="301752"/>
          </a:xfrm>
          <a:prstGeom prst="round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218688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3547872"/>
            <a:ext cx="3474720" cy="301752"/>
          </a:xfrm>
          <a:prstGeom prst="round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566160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895344"/>
            <a:ext cx="3474720" cy="301752"/>
          </a:xfrm>
          <a:prstGeom prst="round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913632"/>
            <a:ext cx="329184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3-Tier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Flash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Groq Llama 3.1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stream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NLP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Geometry classifier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internet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Privacy-first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5176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55+ commands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server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namespaces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" cy="27432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468880" y="1051560"/>
            <a:ext cx="1463040" cy="45720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26280" y="1188720"/>
            <a:ext cx="1371600" cy="27432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Swarms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03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468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+ WebSocket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468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endpoints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REPL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interface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Namespaces: shape | feature | sketch | assembly | render | validate | io | project | ai | system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88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cycleCAD :8080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Converter :8787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ExplodeView :3000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188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IndexedDB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OPFS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localStorage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WebRTC P2P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CRDT sync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COOP/COEP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 auth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Shared State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27432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Shared State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103120" cy="594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window.kernel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103120" cy="594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window._scene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2103120" cy="594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window._camera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103120" cy="594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window._renderer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2103120" cy="594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2103120" cy="594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840480"/>
            <a:ext cx="457200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39319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auto-save → IndexedDB | export → STEP/STL/glTF/JSON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$CYCLE Token Economy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 Token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Per-operation billing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Tiers: FREE/PRO/ENTERPRISE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Double-entry ledger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10% cache discount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25-50% batch discounts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Stripe + crypto support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88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Publish &amp; sell 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 access tiers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Creator 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70-90% creator royalties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Smart contracts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Fab job escrow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B-Rep kernel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I/O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 sketch tools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246888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collab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Plugin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storage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copilot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468880" cy="2743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Connected fabs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economy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swarms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Blockchain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Metaverse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2026-03-30T22:10:20Z</dcterms:created>
  <dcterms:modified xsi:type="dcterms:W3CDTF">2026-03-30T22:10:20Z</dcterms:modified>
</cp:coreProperties>
</file>