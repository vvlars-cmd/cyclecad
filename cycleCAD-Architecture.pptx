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for Manufacturing — built for AI agents, connected fabs, and a global creator economy.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7255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00400"/>
            <a:ext cx="192024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7255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320040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3464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7255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20040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Cmds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7255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3200400"/>
            <a:ext cx="19202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sachin@cyclewash.de  |  cyclecad.com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platform. Zero install. Agent-first. Connected to manufacturing.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(Voice/Chat/UI)  ·  AI Agent Swarms (API)  ·  Connected Fabs (Webhooks)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 ·  Text-to-CAD  ·  CAM Operations  ·  Token Engine  ·  Marketplace  ·  MCP/CLI/REST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8862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(3 services)  ·  OpenCascade.js WASM  ·  Three.js r170  ·  SQLite + IndexedDB  ·  GitHub Pages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Agent-First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and AI agents are first-class citizens. No UI overhead. API-native.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98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modeler (2D/3D, sketch, constraints)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Voice/Chat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CAD commands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DXF, STL, Inventor, CAD+CAM files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ExplodeView (40+ analysis tools)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3898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window.cycleCAD.execute({ method, params })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Claude, any LLM with native MCP support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+ WebSocket for headless agents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cyclecad shape.cylinder --radius 25 --height 80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Map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33+ ES modules. 50K+ lines of JS. Zero dependencies. All CDN-delivered. No build step.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viewport.js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0624" y="1481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 lines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1636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773936" y="1234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3936" y="12344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sketch.js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00" y="1481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 lines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1636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82112" y="1234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2344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3236976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operations.js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36976" y="1481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1,078 lines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36976" y="1636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590288" y="1234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12344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advanced-ops.js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45152" y="1481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763 lines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45152" y="1636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98464" y="1234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98464" y="12344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9" name="Text 27"/>
          <p:cNvSpPr/>
          <p:nvPr/>
        </p:nvSpPr>
        <p:spPr>
          <a:xfrm>
            <a:off x="6053328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constraint-solver.js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53328" y="1481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1,047 lines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53328" y="1636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406640" y="1234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12344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4" name="Text 32"/>
          <p:cNvSpPr/>
          <p:nvPr/>
        </p:nvSpPr>
        <p:spPr>
          <a:xfrm>
            <a:off x="7461504" y="1307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sketch-enhance.js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461504" y="1481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 lines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61504" y="1636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65760" y="19202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1920240"/>
            <a:ext cx="1316736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" y="19933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section-view.js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20624" y="21671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 lines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0624" y="23225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773936" y="19202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73936" y="1920240"/>
            <a:ext cx="131673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0" y="19933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assembly.js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828800" y="21671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1,103 lines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828800" y="23225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182112" y="19202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82112" y="1920240"/>
            <a:ext cx="131673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3236976" y="19933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tree.js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236976" y="21671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 lines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36976" y="23225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590288" y="19202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1920240"/>
            <a:ext cx="131673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4645152" y="19933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params.js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645152" y="21671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 lines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45152" y="23225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998464" y="19202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98464" y="1920240"/>
            <a:ext cx="131673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6053328" y="19933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053328" y="21671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794 lines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53328" y="23225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406640" y="19202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06640" y="1920240"/>
            <a:ext cx="131673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4" name="Text 62"/>
          <p:cNvSpPr/>
          <p:nvPr/>
        </p:nvSpPr>
        <p:spPr>
          <a:xfrm>
            <a:off x="7461504" y="19933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shortcuts.js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461504" y="21671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lines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61504" y="23225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65760" y="26060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2606040"/>
            <a:ext cx="131673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9" name="Text 67"/>
          <p:cNvSpPr/>
          <p:nvPr/>
        </p:nvSpPr>
        <p:spPr>
          <a:xfrm>
            <a:off x="420624" y="26791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stock-manager.js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20624" y="28529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lines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20624" y="3008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773936" y="26060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73936" y="2606040"/>
            <a:ext cx="131673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4" name="Text 72"/>
          <p:cNvSpPr/>
          <p:nvPr/>
        </p:nvSpPr>
        <p:spPr>
          <a:xfrm>
            <a:off x="1828800" y="26791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inventor-parser.js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828800" y="28529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1,138 lines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828800" y="3008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3182112" y="26060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82112" y="2606040"/>
            <a:ext cx="131673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9" name="Text 77"/>
          <p:cNvSpPr/>
          <p:nvPr/>
        </p:nvSpPr>
        <p:spPr>
          <a:xfrm>
            <a:off x="3236976" y="26791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dxf-export.js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236976" y="28529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1,174 lines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236976" y="3008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4590288" y="26060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90288" y="2606040"/>
            <a:ext cx="131673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4" name="Text 82"/>
          <p:cNvSpPr/>
          <p:nvPr/>
        </p:nvSpPr>
        <p:spPr>
          <a:xfrm>
            <a:off x="4645152" y="26791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export.js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645152" y="28529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658 lines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645152" y="3008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998464" y="26060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98464" y="2606040"/>
            <a:ext cx="131673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9" name="Text 87"/>
          <p:cNvSpPr/>
          <p:nvPr/>
        </p:nvSpPr>
        <p:spPr>
          <a:xfrm>
            <a:off x="6053328" y="26791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reverse-engineer.js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053328" y="28529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1,275 lines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053328" y="3008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7406640" y="26060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06640" y="2606040"/>
            <a:ext cx="131673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4" name="Text 92"/>
          <p:cNvSpPr/>
          <p:nvPr/>
        </p:nvSpPr>
        <p:spPr>
          <a:xfrm>
            <a:off x="7461504" y="26791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project-loader.js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461504" y="28529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579 lines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461504" y="3008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365760" y="32918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5760" y="3291840"/>
            <a:ext cx="131673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9" name="Text 97"/>
          <p:cNvSpPr/>
          <p:nvPr/>
        </p:nvSpPr>
        <p:spPr>
          <a:xfrm>
            <a:off x="420624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text-to-cad.js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20624" y="35387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1,285 lines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20624" y="36941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1773936" y="32918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73936" y="3291840"/>
            <a:ext cx="131673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4" name="Text 102"/>
          <p:cNvSpPr/>
          <p:nvPr/>
        </p:nvSpPr>
        <p:spPr>
          <a:xfrm>
            <a:off x="1828800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agent-api.js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828800" y="35387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1,180 lines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828800" y="36941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3182112" y="32918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182112" y="3291840"/>
            <a:ext cx="131673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9" name="Text 107"/>
          <p:cNvSpPr/>
          <p:nvPr/>
        </p:nvSpPr>
        <p:spPr>
          <a:xfrm>
            <a:off x="3236976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ai-chat.js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236976" y="35387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lines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3236976" y="36941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4590288" y="32918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90288" y="3291840"/>
            <a:ext cx="131673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4" name="Text 112"/>
          <p:cNvSpPr/>
          <p:nvPr/>
        </p:nvSpPr>
        <p:spPr>
          <a:xfrm>
            <a:off x="4645152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cam-operations.js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4645152" y="35387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 lines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4645152" y="36941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5998464" y="32918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98464" y="3291840"/>
            <a:ext cx="131673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9" name="Text 117"/>
          <p:cNvSpPr/>
          <p:nvPr/>
        </p:nvSpPr>
        <p:spPr>
          <a:xfrm>
            <a:off x="6053328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gcode-generator.js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6053328" y="35387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 lines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6053328" y="36941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406640" y="32918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06640" y="3291840"/>
            <a:ext cx="131673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4" name="Text 122"/>
          <p:cNvSpPr/>
          <p:nvPr/>
        </p:nvSpPr>
        <p:spPr>
          <a:xfrm>
            <a:off x="7461504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machine-profiles.js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7461504" y="35387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 lines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461504" y="36941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365760" y="39776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65760" y="3977640"/>
            <a:ext cx="131673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9" name="Text 127"/>
          <p:cNvSpPr/>
          <p:nvPr/>
        </p:nvSpPr>
        <p:spPr>
          <a:xfrm>
            <a:off x="420624" y="40507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tool-library.js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420624" y="42245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 lines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420624" y="4379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1773936" y="39776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773936" y="39776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34" name="Text 132"/>
          <p:cNvSpPr/>
          <p:nvPr/>
        </p:nvSpPr>
        <p:spPr>
          <a:xfrm>
            <a:off x="1828800" y="40507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viewer-mode.js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1828800" y="42245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lines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1828800" y="4379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3182112" y="39776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182112" y="39776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39" name="Text 137"/>
          <p:cNvSpPr/>
          <p:nvPr/>
        </p:nvSpPr>
        <p:spPr>
          <a:xfrm>
            <a:off x="3236976" y="40507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assembly-resolver.js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3236976" y="42245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477 lines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3236976" y="4379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4590288" y="39776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90288" y="39776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44" name="Text 142"/>
          <p:cNvSpPr/>
          <p:nvPr/>
        </p:nvSpPr>
        <p:spPr>
          <a:xfrm>
            <a:off x="4645152" y="40507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project-browser.js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4645152" y="42245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 lines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4645152" y="4379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5998464" y="39776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98464" y="39776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49" name="Text 147"/>
          <p:cNvSpPr/>
          <p:nvPr/>
        </p:nvSpPr>
        <p:spPr>
          <a:xfrm>
            <a:off x="6053328" y="40507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token-engine.js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6053328" y="42245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 lines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6053328" y="4379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7406640" y="39776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406640" y="39776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54" name="Text 152"/>
          <p:cNvSpPr/>
          <p:nvPr/>
        </p:nvSpPr>
        <p:spPr>
          <a:xfrm>
            <a:off x="7461504" y="40507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token-dashboard.js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7461504" y="42245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 lines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7461504" y="4379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365760" y="4663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65760" y="46634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59" name="Text 157"/>
          <p:cNvSpPr/>
          <p:nvPr/>
        </p:nvSpPr>
        <p:spPr>
          <a:xfrm>
            <a:off x="420624" y="4736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marketplace.js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420624" y="4910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1,994 lines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420624" y="5065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1773936" y="4663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773936" y="46634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64" name="Text 162"/>
          <p:cNvSpPr/>
          <p:nvPr/>
        </p:nvSpPr>
        <p:spPr>
          <a:xfrm>
            <a:off x="1828800" y="4736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mcp-server.js</a:t>
            </a:r>
            <a:endParaRPr lang="en-US" sz="750" dirty="0"/>
          </a:p>
        </p:txBody>
      </p:sp>
      <p:sp>
        <p:nvSpPr>
          <p:cNvPr id="165" name="Text 163"/>
          <p:cNvSpPr/>
          <p:nvPr/>
        </p:nvSpPr>
        <p:spPr>
          <a:xfrm>
            <a:off x="1828800" y="4910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1,161 lines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1828800" y="5065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3182112" y="4663440"/>
            <a:ext cx="1316736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182112" y="4663440"/>
            <a:ext cx="1316736" cy="365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69" name="Text 167"/>
          <p:cNvSpPr/>
          <p:nvPr/>
        </p:nvSpPr>
        <p:spPr>
          <a:xfrm>
            <a:off x="3236976" y="47365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api-server.js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3236976" y="4910328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1,120 lines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3236976" y="50657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365760" y="45902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/>
        </p:spPr>
      </p:sp>
      <p:sp>
        <p:nvSpPr>
          <p:cNvPr id="173" name="Text 171"/>
          <p:cNvSpPr/>
          <p:nvPr/>
        </p:nvSpPr>
        <p:spPr>
          <a:xfrm>
            <a:off x="603504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1773936" y="45902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175" name="Text 173"/>
          <p:cNvSpPr/>
          <p:nvPr/>
        </p:nvSpPr>
        <p:spPr>
          <a:xfrm>
            <a:off x="2011680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3182112" y="45902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177" name="Text 175"/>
          <p:cNvSpPr/>
          <p:nvPr/>
        </p:nvSpPr>
        <p:spPr>
          <a:xfrm>
            <a:off x="3419856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4590288" y="45902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179" name="Text 177"/>
          <p:cNvSpPr/>
          <p:nvPr/>
        </p:nvSpPr>
        <p:spPr>
          <a:xfrm>
            <a:off x="4828032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5998464" y="45902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81" name="Text 179"/>
          <p:cNvSpPr/>
          <p:nvPr/>
        </p:nvSpPr>
        <p:spPr>
          <a:xfrm>
            <a:off x="6236208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7406640" y="4590288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/>
        </p:spPr>
      </p:sp>
      <p:sp>
        <p:nvSpPr>
          <p:cNvPr id="183" name="Text 181"/>
          <p:cNvSpPr/>
          <p:nvPr/>
        </p:nvSpPr>
        <p:spPr>
          <a:xfrm>
            <a:off x="7644384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CAD Engine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parametric modeling stack running entirely in the browser. Three.js r170.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9888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PIPELINE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73152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Sketch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48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rect, circle, arc, polyline. Grid snap. 12 constraint types.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73152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96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relaxation. Coincident, parallel, tangent, symmetric, distance, angle.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73152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Extrude, revolve, fillet, chamfer, boolean, shell, pattern, sweep, loft.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73152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Metal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6941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(k-factor), flange, tab, slot, unfold flat pattern.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7315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mate constraints, joints, explode/collapse animation.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38988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STACK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r170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029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2.0 renderer, PBR materials, shadows, ambient occlusion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286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OrbitControls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(left), pan (right), zoom (scroll). Touch-optimized.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743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944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Raycaster → selectMesh() → info card. Tree sync. Multi-touch safe.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Cube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401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6-face + edge + corner views. Touch rotation. Camera animation.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Pipeline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858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(ASCII+binary), OBJ, glTF 2.0, DXF, cycleCAD JSON, STEP.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Mode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315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ExplodeView (40+ tools) merged as shared Three.js scene. 63 features.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API — 10 Namespaces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window.cycleCAD.execute({ method, params }) — JSON-RPC. Self-describing. MCP-compatible.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8046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shape.*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1645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geometry: cylinder, box, sphere, cone, gear, tube, plate, bracket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8046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feature.*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Modify: fillet, chamfer, shell, pattern, counterbore, thread, mirror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sketch.*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4560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primitives: line, rect, circle, arc, polyline, constrain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assembly.*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94560" y="2606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26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add, mate, joint, explode, BOM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render.*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9456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2608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snapshot, multiview, fitToSelection, wireframe, theme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validate.*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9456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26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designReview, DFM check, weight, cost estimation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export.*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194560" y="3566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STL, OBJ, glTF, DXF, STEP (via server)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marketplace.*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194560" y="3886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926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price, list, withdraw models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cam.*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194560" y="4206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9260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Manufacture: slice, nest, toolpath, submit to fab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meta.*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194560" y="4526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92608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getSchema, version, undo, redo, history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Text-to-CAD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to 3D geometry in 6 steps. Powered by AI Copilot.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118872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19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intent, extract parameters, detect shape types and constraints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2194560"/>
            <a:ext cx="27432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1645920"/>
            <a:ext cx="118872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1856232" y="1719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operation sequence, identify feature dependencies, validate logic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2194560"/>
            <a:ext cx="27432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896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1645920"/>
            <a:ext cx="11887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182112" y="1719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Agent API calls, create geometry, update feature tree, render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194560"/>
            <a:ext cx="27432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1645920"/>
            <a:ext cx="11887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507992" y="1719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check, manufacturability analysis, cost estimation, weight calc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23560" y="2194560"/>
            <a:ext cx="27432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7" name="Shape 25"/>
          <p:cNvSpPr/>
          <p:nvPr/>
        </p:nvSpPr>
        <p:spPr>
          <a:xfrm>
            <a:off x="576072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645920"/>
            <a:ext cx="11887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833872" y="1719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 common mistakes, suggest parameter adjustments, refine geometry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2194560"/>
            <a:ext cx="274320" cy="2286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708660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1645920"/>
            <a:ext cx="1188720" cy="7315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4" name="Text 32"/>
          <p:cNvSpPr/>
          <p:nvPr/>
        </p:nvSpPr>
        <p:spPr>
          <a:xfrm>
            <a:off x="7159752" y="1719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topology, reduce complexity, prepare for CAM/manufacturing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 &amp; Manufacturing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CNC operations. 15+ machine presets. 30+ cutting tools. G-code generation.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98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OPERATIONS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389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389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PRESETS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Shapeoko 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607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Prusa i3 MK3S+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6751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 TM1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1828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 Lab X1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463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Glowforge Pro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607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 125W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751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Tormach PCNC 440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589520" y="21945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Anycubic 4D Max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" y="31089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" y="32186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LIBRARY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1520" y="36576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Mills (2, 3, 4-flute)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11680" y="36576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Nose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91840" y="36576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V-Bits (30°, 45°, 60°)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31520" y="40233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0" y="40233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91840" y="40233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Reamers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31089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32186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G-CODE &amp; STOCK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46320" y="365760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(XYZ)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12280" y="365760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(E-axis)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46320" y="402336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(Power)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12280" y="402336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122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Mgmt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Layer — MCP, CLI, REST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LLM, any script, any CI pipeline can drive cycleCAD. Agents don't need a browser.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743200" cy="31546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98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Exposes all 55 Agent API commands as MCP 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Desktop connects natively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Claude model via Claude API + MCP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JSON-RPC over stdio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Self-describing schema (getSchema)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280160"/>
            <a:ext cx="2743200" cy="31546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3898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endpoints (Express-style)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for real-time sync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 + CORS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3337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tokens (Stripe/OAuth)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3840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Headless agents (no browser)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280160"/>
            <a:ext cx="2194560" cy="31546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38988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REPL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mode scripts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 completion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Colored 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$CYCLE token aware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$CYCLE Token Engine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Claude API pricing. Spend tokens for operations. Earn tokens selling models.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9888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tokens via Stripe or crypto (USDC, ETH)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cost 50-1000 tokens each (extrude, pattern, CAM slice)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earn 70-90% of model sales to marketplace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earnings to Stripe/bank or keep as $CYCLE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3898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130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tokens/month. Full modeling + AI. No ads.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€49/mo. 10K tokens/month. Collab + priority AI.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703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959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€299/mo. Unlimited tokens. Self-hosted + SSO + SLA.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Marketplace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sell, and discover parametric 3D models. Creators earn 70-90% revenue share.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6459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6459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49240" y="16459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PURCHASE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6459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EARN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487168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487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MODELS (8 DEMO)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16 Stand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29260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Spoilboard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Gear 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9400" y="29260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Mount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6576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Enclosure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36576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Engraver Bed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 Organizer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36576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Gripper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→ CAM → Connected Fabs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manufacturing pipeline. Design in cycleCAD, manufacture globally.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3D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645920"/>
            <a:ext cx="192024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check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Weight/cost est.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 preview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45920"/>
            <a:ext cx="192024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CNC, FDM, Laser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mgmt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 submit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645920"/>
            <a:ext cx="1920240" cy="3200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feedback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report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 — 3-Tier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LLMs. Local models. Offline fallback. Always-on intelligence.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• Groq Llama • Claude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852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• WebGPU • ONNX Runtime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• NLP rules • Heuristics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Infrastructure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services. Scale to millions of users. Zero downtime deployments.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0876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viewer (nginx). 40+ analysis tools. STEP import.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0876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Converter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:8787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 OpenCASCADE WASM. GLB output. Queue 500MB files.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13716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50876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194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Node.js. Agent API. MCP server. Marketplace backend.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&amp; State Management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truth. Feature tree. Undo/redo. Real-time sync.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Sketch (2D constraints)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Extrude (3D profile)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Fillet (edges)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Pattern (array)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Assembly (parts)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37160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50876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50-state history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Snapshot on each 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Geometry + metadata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Restore any state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Keyboard: Ctrl+Z/Y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137160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508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window.allParts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window._scene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window._tokenLedger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window._marketplace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localStorage cache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 vs CadXStudio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cycleCAD? Open source. Agent-first. Marketplace. Manufacturing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CadXStudio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80467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1600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892808"/>
            <a:ext cx="80467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892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892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892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185416"/>
            <a:ext cx="80467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185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185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185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78024"/>
            <a:ext cx="80467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478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24780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2478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770632"/>
            <a:ext cx="80467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2770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Marketplace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2770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063240"/>
            <a:ext cx="80467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Pipeline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3063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355848"/>
            <a:ext cx="80467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355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ExplodeView Integration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3355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3355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648456"/>
            <a:ext cx="80467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484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Token Economy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6484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3648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941064"/>
            <a:ext cx="80467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941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Support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3941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3941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233672"/>
            <a:ext cx="80467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4233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Web-Native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4233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4233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Architecture  ·  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Roadmap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enterprise. Three phases. 18 months to market dominance.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0876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33+ ES modules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660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Text-to-CAD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08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 stack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Token engine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Marketplace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050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MCP+CLI+REST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398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Docker ready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50876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(Q2)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OpenCascade.js B-Rep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 import/export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2660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 fillet/chamfer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3008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Collaboration (CRDT)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Plugin API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Admin 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50876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DB2777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(H2)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swarms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Cloud manufacturing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660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Decentralized fab network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008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$CYCLE on Ethereum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Mobile app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Enterprise SSO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OS for Manufacturing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CAD. AI-native. Global fab network.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 creating machines.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cyclecad.com  |  github.com/vvlars-cmd/cyclecad  |  npm install cyclecad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cycleWASH GmbH.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cycleCAD — System Architecture</dc:title>
  <dc:subject>PptxGenJS Presentation</dc:subject>
  <dc:creator>Sachin Kumar</dc:creator>
  <cp:lastModifiedBy>Sachin Kumar</cp:lastModifiedBy>
  <cp:revision>1</cp:revision>
  <dcterms:created xsi:type="dcterms:W3CDTF">2026-03-26T19:53:58Z</dcterms:created>
  <dcterms:modified xsi:type="dcterms:W3CDTF">2026-03-26T19:53:58Z</dcterms:modified>
</cp:coreProperties>
</file>